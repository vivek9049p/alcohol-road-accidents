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6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0B9B7-9A75-431B-92F5-AD42F970DFF6}" v="134" dt="2026-03-27T16:18:45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ya Nalli" userId="e9be02a013d54453" providerId="LiveId" clId="{C7B466AC-8FE0-441F-8AC7-154D46FC4EC4}"/>
    <pc:docChg chg="undo custSel addSld delSld modSld sldOrd">
      <pc:chgData name="Navya Nalli" userId="e9be02a013d54453" providerId="LiveId" clId="{C7B466AC-8FE0-441F-8AC7-154D46FC4EC4}" dt="2026-03-27T16:19:12.030" v="1105" actId="2710"/>
      <pc:docMkLst>
        <pc:docMk/>
      </pc:docMkLst>
      <pc:sldChg chg="addSp delSp modSp mod setBg setClrOvrMap">
        <pc:chgData name="Navya Nalli" userId="e9be02a013d54453" providerId="LiveId" clId="{C7B466AC-8FE0-441F-8AC7-154D46FC4EC4}" dt="2026-03-27T00:11:14.691" v="824" actId="2711"/>
        <pc:sldMkLst>
          <pc:docMk/>
          <pc:sldMk cId="2654213953" sldId="256"/>
        </pc:sldMkLst>
        <pc:spChg chg="mod">
          <ac:chgData name="Navya Nalli" userId="e9be02a013d54453" providerId="LiveId" clId="{C7B466AC-8FE0-441F-8AC7-154D46FC4EC4}" dt="2026-03-26T23:59:14.390" v="813" actId="20577"/>
          <ac:spMkLst>
            <pc:docMk/>
            <pc:sldMk cId="2654213953" sldId="256"/>
            <ac:spMk id="2" creationId="{ACD0DC19-6261-3835-CF69-2E6FA949C222}"/>
          </ac:spMkLst>
        </pc:spChg>
        <pc:spChg chg="mod">
          <ac:chgData name="Navya Nalli" userId="e9be02a013d54453" providerId="LiveId" clId="{C7B466AC-8FE0-441F-8AC7-154D46FC4EC4}" dt="2026-03-27T00:11:14.691" v="824" actId="2711"/>
          <ac:spMkLst>
            <pc:docMk/>
            <pc:sldMk cId="2654213953" sldId="256"/>
            <ac:spMk id="4" creationId="{741E3C81-9033-05CD-0E93-BFA33826ED22}"/>
          </ac:spMkLst>
        </pc:spChg>
        <pc:spChg chg="mod">
          <ac:chgData name="Navya Nalli" userId="e9be02a013d54453" providerId="LiveId" clId="{C7B466AC-8FE0-441F-8AC7-154D46FC4EC4}" dt="2026-03-26T19:30:39.505" v="546" actId="26606"/>
          <ac:spMkLst>
            <pc:docMk/>
            <pc:sldMk cId="2654213953" sldId="256"/>
            <ac:spMk id="5" creationId="{6546C0A0-AE51-7452-EFBD-CE1B558CA57B}"/>
          </ac:spMkLst>
        </pc:spChg>
        <pc:spChg chg="add del">
          <ac:chgData name="Navya Nalli" userId="e9be02a013d54453" providerId="LiveId" clId="{C7B466AC-8FE0-441F-8AC7-154D46FC4EC4}" dt="2026-03-26T19:30:04.884" v="520" actId="26606"/>
          <ac:spMkLst>
            <pc:docMk/>
            <pc:sldMk cId="2654213953" sldId="256"/>
            <ac:spMk id="10" creationId="{1DE7243B-5109-444B-8FAF-7437C66BC0E9}"/>
          </ac:spMkLst>
        </pc:spChg>
        <pc:spChg chg="add del">
          <ac:chgData name="Navya Nalli" userId="e9be02a013d54453" providerId="LiveId" clId="{C7B466AC-8FE0-441F-8AC7-154D46FC4EC4}" dt="2026-03-26T19:30:04.884" v="520" actId="26606"/>
          <ac:spMkLst>
            <pc:docMk/>
            <pc:sldMk cId="2654213953" sldId="256"/>
            <ac:spMk id="12" creationId="{4C5D6221-DA7B-4611-AA26-7D8E349FDE96}"/>
          </ac:spMkLst>
        </pc:spChg>
        <pc:spChg chg="add del">
          <ac:chgData name="Navya Nalli" userId="e9be02a013d54453" providerId="LiveId" clId="{C7B466AC-8FE0-441F-8AC7-154D46FC4EC4}" dt="2026-03-26T19:30:06.927" v="522" actId="26606"/>
          <ac:spMkLst>
            <pc:docMk/>
            <pc:sldMk cId="2654213953" sldId="256"/>
            <ac:spMk id="14" creationId="{8CA06CD6-90CA-4C45-856C-6771339E1E22}"/>
          </ac:spMkLst>
        </pc:spChg>
        <pc:spChg chg="add del">
          <ac:chgData name="Navya Nalli" userId="e9be02a013d54453" providerId="LiveId" clId="{C7B466AC-8FE0-441F-8AC7-154D46FC4EC4}" dt="2026-03-26T19:30:34.264" v="542" actId="26606"/>
          <ac:spMkLst>
            <pc:docMk/>
            <pc:sldMk cId="2654213953" sldId="256"/>
            <ac:spMk id="16" creationId="{96AAAC3B-1954-46B7-BBAC-27DFF5B5295F}"/>
          </ac:spMkLst>
        </pc:spChg>
        <pc:spChg chg="add del">
          <ac:chgData name="Navya Nalli" userId="e9be02a013d54453" providerId="LiveId" clId="{C7B466AC-8FE0-441F-8AC7-154D46FC4EC4}" dt="2026-03-26T19:30:11.670" v="524" actId="26606"/>
          <ac:spMkLst>
            <pc:docMk/>
            <pc:sldMk cId="2654213953" sldId="256"/>
            <ac:spMk id="17" creationId="{4FFBEE45-F140-49D5-85EA-C78C24340B23}"/>
          </ac:spMkLst>
        </pc:spChg>
        <pc:spChg chg="add del">
          <ac:chgData name="Navya Nalli" userId="e9be02a013d54453" providerId="LiveId" clId="{C7B466AC-8FE0-441F-8AC7-154D46FC4EC4}" dt="2026-03-26T19:30:34.264" v="542" actId="26606"/>
          <ac:spMkLst>
            <pc:docMk/>
            <pc:sldMk cId="2654213953" sldId="256"/>
            <ac:spMk id="18" creationId="{A5AD6500-BB62-4AAC-9D2F-C10DDC90CBB1}"/>
          </ac:spMkLst>
        </pc:spChg>
        <pc:spChg chg="add del">
          <ac:chgData name="Navya Nalli" userId="e9be02a013d54453" providerId="LiveId" clId="{C7B466AC-8FE0-441F-8AC7-154D46FC4EC4}" dt="2026-03-26T19:30:13.066" v="526" actId="26606"/>
          <ac:spMkLst>
            <pc:docMk/>
            <pc:sldMk cId="2654213953" sldId="256"/>
            <ac:spMk id="19" creationId="{4FFBEE45-F140-49D5-85EA-C78C24340B23}"/>
          </ac:spMkLst>
        </pc:spChg>
        <pc:spChg chg="add del">
          <ac:chgData name="Navya Nalli" userId="e9be02a013d54453" providerId="LiveId" clId="{C7B466AC-8FE0-441F-8AC7-154D46FC4EC4}" dt="2026-03-26T19:30:16.396" v="528" actId="26606"/>
          <ac:spMkLst>
            <pc:docMk/>
            <pc:sldMk cId="2654213953" sldId="256"/>
            <ac:spMk id="21" creationId="{1DE7243B-5109-444B-8FAF-7437C66BC0E9}"/>
          </ac:spMkLst>
        </pc:spChg>
        <pc:spChg chg="add del">
          <ac:chgData name="Navya Nalli" userId="e9be02a013d54453" providerId="LiveId" clId="{C7B466AC-8FE0-441F-8AC7-154D46FC4EC4}" dt="2026-03-26T19:30:16.396" v="528" actId="26606"/>
          <ac:spMkLst>
            <pc:docMk/>
            <pc:sldMk cId="2654213953" sldId="256"/>
            <ac:spMk id="22" creationId="{4C5D6221-DA7B-4611-AA26-7D8E349FDE96}"/>
          </ac:spMkLst>
        </pc:spChg>
        <pc:spChg chg="add del">
          <ac:chgData name="Navya Nalli" userId="e9be02a013d54453" providerId="LiveId" clId="{C7B466AC-8FE0-441F-8AC7-154D46FC4EC4}" dt="2026-03-26T19:30:21.802" v="530" actId="26606"/>
          <ac:spMkLst>
            <pc:docMk/>
            <pc:sldMk cId="2654213953" sldId="256"/>
            <ac:spMk id="24" creationId="{8045BF01-625E-4022-91E5-488DB3FCB734}"/>
          </ac:spMkLst>
        </pc:spChg>
        <pc:spChg chg="add del">
          <ac:chgData name="Navya Nalli" userId="e9be02a013d54453" providerId="LiveId" clId="{C7B466AC-8FE0-441F-8AC7-154D46FC4EC4}" dt="2026-03-26T19:30:21.802" v="530" actId="26606"/>
          <ac:spMkLst>
            <pc:docMk/>
            <pc:sldMk cId="2654213953" sldId="256"/>
            <ac:spMk id="25" creationId="{0E442549-290E-4B7E-892E-F2DB911DD205}"/>
          </ac:spMkLst>
        </pc:spChg>
        <pc:spChg chg="add del">
          <ac:chgData name="Navya Nalli" userId="e9be02a013d54453" providerId="LiveId" clId="{C7B466AC-8FE0-441F-8AC7-154D46FC4EC4}" dt="2026-03-26T19:30:24.202" v="532" actId="26606"/>
          <ac:spMkLst>
            <pc:docMk/>
            <pc:sldMk cId="2654213953" sldId="256"/>
            <ac:spMk id="27" creationId="{19C052EA-05E2-403D-965E-52D1BFFA24DF}"/>
          </ac:spMkLst>
        </pc:spChg>
        <pc:spChg chg="add del">
          <ac:chgData name="Navya Nalli" userId="e9be02a013d54453" providerId="LiveId" clId="{C7B466AC-8FE0-441F-8AC7-154D46FC4EC4}" dt="2026-03-26T19:30:24.202" v="532" actId="26606"/>
          <ac:spMkLst>
            <pc:docMk/>
            <pc:sldMk cId="2654213953" sldId="256"/>
            <ac:spMk id="28" creationId="{4C1936B8-2FFB-4F78-8388-B8C282B8A5BC}"/>
          </ac:spMkLst>
        </pc:spChg>
        <pc:spChg chg="add del">
          <ac:chgData name="Navya Nalli" userId="e9be02a013d54453" providerId="LiveId" clId="{C7B466AC-8FE0-441F-8AC7-154D46FC4EC4}" dt="2026-03-26T19:30:27.187" v="534" actId="26606"/>
          <ac:spMkLst>
            <pc:docMk/>
            <pc:sldMk cId="2654213953" sldId="256"/>
            <ac:spMk id="30" creationId="{FEF085B8-A2C0-4A6F-B663-CCC56F3CD373}"/>
          </ac:spMkLst>
        </pc:spChg>
        <pc:spChg chg="add del">
          <ac:chgData name="Navya Nalli" userId="e9be02a013d54453" providerId="LiveId" clId="{C7B466AC-8FE0-441F-8AC7-154D46FC4EC4}" dt="2026-03-26T19:30:27.187" v="534" actId="26606"/>
          <ac:spMkLst>
            <pc:docMk/>
            <pc:sldMk cId="2654213953" sldId="256"/>
            <ac:spMk id="31" creationId="{2658F6D6-96E0-421A-96D6-3DF404008543}"/>
          </ac:spMkLst>
        </pc:spChg>
        <pc:spChg chg="add del">
          <ac:chgData name="Navya Nalli" userId="e9be02a013d54453" providerId="LiveId" clId="{C7B466AC-8FE0-441F-8AC7-154D46FC4EC4}" dt="2026-03-26T19:30:27.187" v="534" actId="26606"/>
          <ac:spMkLst>
            <pc:docMk/>
            <pc:sldMk cId="2654213953" sldId="256"/>
            <ac:spMk id="32" creationId="{3CF62545-93A0-4FD5-9B48-48DCA794CBA1}"/>
          </ac:spMkLst>
        </pc:spChg>
        <pc:spChg chg="add del">
          <ac:chgData name="Navya Nalli" userId="e9be02a013d54453" providerId="LiveId" clId="{C7B466AC-8FE0-441F-8AC7-154D46FC4EC4}" dt="2026-03-26T19:30:30.994" v="536" actId="26606"/>
          <ac:spMkLst>
            <pc:docMk/>
            <pc:sldMk cId="2654213953" sldId="256"/>
            <ac:spMk id="34" creationId="{21739CA5-F0F5-48E1-8E8C-F24B71827E46}"/>
          </ac:spMkLst>
        </pc:spChg>
        <pc:spChg chg="add del">
          <ac:chgData name="Navya Nalli" userId="e9be02a013d54453" providerId="LiveId" clId="{C7B466AC-8FE0-441F-8AC7-154D46FC4EC4}" dt="2026-03-26T19:30:30.994" v="536" actId="26606"/>
          <ac:spMkLst>
            <pc:docMk/>
            <pc:sldMk cId="2654213953" sldId="256"/>
            <ac:spMk id="35" creationId="{3EAD2937-F230-41D4-B9C5-975B129BFC20}"/>
          </ac:spMkLst>
        </pc:spChg>
        <pc:spChg chg="add del">
          <ac:chgData name="Navya Nalli" userId="e9be02a013d54453" providerId="LiveId" clId="{C7B466AC-8FE0-441F-8AC7-154D46FC4EC4}" dt="2026-03-26T19:30:30.994" v="536" actId="26606"/>
          <ac:spMkLst>
            <pc:docMk/>
            <pc:sldMk cId="2654213953" sldId="256"/>
            <ac:spMk id="36" creationId="{CCD444A3-C338-4886-B7F1-4BA2AF46EB64}"/>
          </ac:spMkLst>
        </pc:spChg>
        <pc:spChg chg="add del">
          <ac:chgData name="Navya Nalli" userId="e9be02a013d54453" providerId="LiveId" clId="{C7B466AC-8FE0-441F-8AC7-154D46FC4EC4}" dt="2026-03-26T19:30:32.245" v="538" actId="26606"/>
          <ac:spMkLst>
            <pc:docMk/>
            <pc:sldMk cId="2654213953" sldId="256"/>
            <ac:spMk id="38" creationId="{4FFBEE45-F140-49D5-85EA-C78C24340B23}"/>
          </ac:spMkLst>
        </pc:spChg>
        <pc:spChg chg="add del">
          <ac:chgData name="Navya Nalli" userId="e9be02a013d54453" providerId="LiveId" clId="{C7B466AC-8FE0-441F-8AC7-154D46FC4EC4}" dt="2026-03-26T19:30:33.520" v="540" actId="26606"/>
          <ac:spMkLst>
            <pc:docMk/>
            <pc:sldMk cId="2654213953" sldId="256"/>
            <ac:spMk id="40" creationId="{B36F400F-DF28-43BC-8D8E-4929793B392A}"/>
          </ac:spMkLst>
        </pc:spChg>
        <pc:spChg chg="add del">
          <ac:chgData name="Navya Nalli" userId="e9be02a013d54453" providerId="LiveId" clId="{C7B466AC-8FE0-441F-8AC7-154D46FC4EC4}" dt="2026-03-26T19:30:34.264" v="542" actId="26606"/>
          <ac:spMkLst>
            <pc:docMk/>
            <pc:sldMk cId="2654213953" sldId="256"/>
            <ac:spMk id="42" creationId="{9F7D788E-2C1B-4EF4-8719-12613771FF98}"/>
          </ac:spMkLst>
        </pc:spChg>
        <pc:spChg chg="add del">
          <ac:chgData name="Navya Nalli" userId="e9be02a013d54453" providerId="LiveId" clId="{C7B466AC-8FE0-441F-8AC7-154D46FC4EC4}" dt="2026-03-26T19:30:34.264" v="542" actId="26606"/>
          <ac:spMkLst>
            <pc:docMk/>
            <pc:sldMk cId="2654213953" sldId="256"/>
            <ac:spMk id="43" creationId="{7C54E824-C0F4-480B-BC88-689F50C45FBD}"/>
          </ac:spMkLst>
        </pc:spChg>
        <pc:spChg chg="add del">
          <ac:chgData name="Navya Nalli" userId="e9be02a013d54453" providerId="LiveId" clId="{C7B466AC-8FE0-441F-8AC7-154D46FC4EC4}" dt="2026-03-26T19:30:34.264" v="542" actId="26606"/>
          <ac:spMkLst>
            <pc:docMk/>
            <pc:sldMk cId="2654213953" sldId="256"/>
            <ac:spMk id="44" creationId="{58DEA6A1-FC5C-4E6E-BBBF-7E472949B394}"/>
          </ac:spMkLst>
        </pc:spChg>
        <pc:spChg chg="add del">
          <ac:chgData name="Navya Nalli" userId="e9be02a013d54453" providerId="LiveId" clId="{C7B466AC-8FE0-441F-8AC7-154D46FC4EC4}" dt="2026-03-26T19:30:35.241" v="544" actId="26606"/>
          <ac:spMkLst>
            <pc:docMk/>
            <pc:sldMk cId="2654213953" sldId="256"/>
            <ac:spMk id="46" creationId="{E35A04CF-97D4-4FF7-B359-C546B1F62E54}"/>
          </ac:spMkLst>
        </pc:spChg>
        <pc:spChg chg="add del">
          <ac:chgData name="Navya Nalli" userId="e9be02a013d54453" providerId="LiveId" clId="{C7B466AC-8FE0-441F-8AC7-154D46FC4EC4}" dt="2026-03-26T19:30:35.241" v="544" actId="26606"/>
          <ac:spMkLst>
            <pc:docMk/>
            <pc:sldMk cId="2654213953" sldId="256"/>
            <ac:spMk id="47" creationId="{1DE7243B-5109-444B-8FAF-7437C66BC0E9}"/>
          </ac:spMkLst>
        </pc:spChg>
        <pc:spChg chg="add del">
          <ac:chgData name="Navya Nalli" userId="e9be02a013d54453" providerId="LiveId" clId="{C7B466AC-8FE0-441F-8AC7-154D46FC4EC4}" dt="2026-03-26T19:30:35.241" v="544" actId="26606"/>
          <ac:spMkLst>
            <pc:docMk/>
            <pc:sldMk cId="2654213953" sldId="256"/>
            <ac:spMk id="48" creationId="{4C5D6221-DA7B-4611-AA26-7D8E349FDE96}"/>
          </ac:spMkLst>
        </pc:spChg>
        <pc:spChg chg="add del">
          <ac:chgData name="Navya Nalli" userId="e9be02a013d54453" providerId="LiveId" clId="{C7B466AC-8FE0-441F-8AC7-154D46FC4EC4}" dt="2026-03-26T19:30:39.505" v="546" actId="26606"/>
          <ac:spMkLst>
            <pc:docMk/>
            <pc:sldMk cId="2654213953" sldId="256"/>
            <ac:spMk id="50" creationId="{4FFBEE45-F140-49D5-85EA-C78C24340B23}"/>
          </ac:spMkLst>
        </pc:spChg>
        <pc:cxnChg chg="add del">
          <ac:chgData name="Navya Nalli" userId="e9be02a013d54453" providerId="LiveId" clId="{C7B466AC-8FE0-441F-8AC7-154D46FC4EC4}" dt="2026-03-26T19:30:06.927" v="522" actId="26606"/>
          <ac:cxnSpMkLst>
            <pc:docMk/>
            <pc:sldMk cId="2654213953" sldId="256"/>
            <ac:cxnSpMk id="15" creationId="{5021601D-2758-4B15-A31C-FDA184C51B3A}"/>
          </ac:cxnSpMkLst>
        </pc:cxnChg>
      </pc:sldChg>
      <pc:sldChg chg="addSp delSp modSp mod setBg">
        <pc:chgData name="Navya Nalli" userId="e9be02a013d54453" providerId="LiveId" clId="{C7B466AC-8FE0-441F-8AC7-154D46FC4EC4}" dt="2026-03-27T16:19:12.030" v="1105" actId="2710"/>
        <pc:sldMkLst>
          <pc:docMk/>
          <pc:sldMk cId="1789864152" sldId="257"/>
        </pc:sldMkLst>
        <pc:spChg chg="mod">
          <ac:chgData name="Navya Nalli" userId="e9be02a013d54453" providerId="LiveId" clId="{C7B466AC-8FE0-441F-8AC7-154D46FC4EC4}" dt="2026-03-27T16:18:27.687" v="1101" actId="1076"/>
          <ac:spMkLst>
            <pc:docMk/>
            <pc:sldMk cId="1789864152" sldId="257"/>
            <ac:spMk id="2" creationId="{C0B90FDC-4D3C-2B83-2FD6-9A5BDB962639}"/>
          </ac:spMkLst>
        </pc:spChg>
        <pc:spChg chg="add del">
          <ac:chgData name="Navya Nalli" userId="e9be02a013d54453" providerId="LiveId" clId="{C7B466AC-8FE0-441F-8AC7-154D46FC4EC4}" dt="2026-03-27T16:17:55.038" v="1098" actId="26606"/>
          <ac:spMkLst>
            <pc:docMk/>
            <pc:sldMk cId="1789864152" sldId="257"/>
            <ac:spMk id="4" creationId="{187CBEEE-33DC-22B4-60FB-6400770547DC}"/>
          </ac:spMkLst>
        </pc:spChg>
        <pc:spChg chg="add del">
          <ac:chgData name="Navya Nalli" userId="e9be02a013d54453" providerId="LiveId" clId="{C7B466AC-8FE0-441F-8AC7-154D46FC4EC4}" dt="2026-03-27T16:17:55.038" v="1098" actId="26606"/>
          <ac:spMkLst>
            <pc:docMk/>
            <pc:sldMk cId="1789864152" sldId="257"/>
            <ac:spMk id="27" creationId="{F13C74B1-5B17-4795-BED0-7140497B445A}"/>
          </ac:spMkLst>
        </pc:spChg>
        <pc:spChg chg="add del">
          <ac:chgData name="Navya Nalli" userId="e9be02a013d54453" providerId="LiveId" clId="{C7B466AC-8FE0-441F-8AC7-154D46FC4EC4}" dt="2026-03-27T16:17:55.038" v="1098" actId="26606"/>
          <ac:spMkLst>
            <pc:docMk/>
            <pc:sldMk cId="1789864152" sldId="257"/>
            <ac:spMk id="29" creationId="{D4974D33-8DC5-464E-8C6D-BE58F0669C17}"/>
          </ac:spMkLst>
        </pc:spChg>
        <pc:spChg chg="add del">
          <ac:chgData name="Navya Nalli" userId="e9be02a013d54453" providerId="LiveId" clId="{C7B466AC-8FE0-441F-8AC7-154D46FC4EC4}" dt="2026-03-27T16:17:49.577" v="1093" actId="26606"/>
          <ac:spMkLst>
            <pc:docMk/>
            <pc:sldMk cId="1789864152" sldId="257"/>
            <ac:spMk id="34" creationId="{889C5E17-24D0-4696-A3C5-A2261FB455FA}"/>
          </ac:spMkLst>
        </pc:spChg>
        <pc:spChg chg="add del">
          <ac:chgData name="Navya Nalli" userId="e9be02a013d54453" providerId="LiveId" clId="{C7B466AC-8FE0-441F-8AC7-154D46FC4EC4}" dt="2026-03-27T16:17:47.857" v="1091" actId="26606"/>
          <ac:spMkLst>
            <pc:docMk/>
            <pc:sldMk cId="1789864152" sldId="257"/>
            <ac:spMk id="35" creationId="{345A976A-8DE3-4B67-B94B-2044FDD12899}"/>
          </ac:spMkLst>
        </pc:spChg>
        <pc:spChg chg="add del">
          <ac:chgData name="Navya Nalli" userId="e9be02a013d54453" providerId="LiveId" clId="{C7B466AC-8FE0-441F-8AC7-154D46FC4EC4}" dt="2026-03-27T16:17:49.577" v="1093" actId="26606"/>
          <ac:spMkLst>
            <pc:docMk/>
            <pc:sldMk cId="1789864152" sldId="257"/>
            <ac:spMk id="36" creationId="{6929B58F-2358-44CC-ACE5-EF1BD3C6C824}"/>
          </ac:spMkLst>
        </pc:spChg>
        <pc:spChg chg="add del">
          <ac:chgData name="Navya Nalli" userId="e9be02a013d54453" providerId="LiveId" clId="{C7B466AC-8FE0-441F-8AC7-154D46FC4EC4}" dt="2026-03-27T16:17:47.857" v="1091" actId="26606"/>
          <ac:spMkLst>
            <pc:docMk/>
            <pc:sldMk cId="1789864152" sldId="257"/>
            <ac:spMk id="37" creationId="{6EAAA1B9-2DDB-49C9-A037-A523D2F13C15}"/>
          </ac:spMkLst>
        </pc:spChg>
        <pc:spChg chg="add del">
          <ac:chgData name="Navya Nalli" userId="e9be02a013d54453" providerId="LiveId" clId="{C7B466AC-8FE0-441F-8AC7-154D46FC4EC4}" dt="2026-03-27T16:17:49.577" v="1093" actId="26606"/>
          <ac:spMkLst>
            <pc:docMk/>
            <pc:sldMk cId="1789864152" sldId="257"/>
            <ac:spMk id="54" creationId="{187CBEEE-33DC-22B4-60FB-6400770547DC}"/>
          </ac:spMkLst>
        </pc:spChg>
        <pc:spChg chg="add del">
          <ac:chgData name="Navya Nalli" userId="e9be02a013d54453" providerId="LiveId" clId="{C7B466AC-8FE0-441F-8AC7-154D46FC4EC4}" dt="2026-03-27T16:17:52.104" v="1095" actId="26606"/>
          <ac:spMkLst>
            <pc:docMk/>
            <pc:sldMk cId="1789864152" sldId="257"/>
            <ac:spMk id="56" creationId="{43C823D3-D619-407C-89E0-C6F6B1E7A42A}"/>
          </ac:spMkLst>
        </pc:spChg>
        <pc:spChg chg="add del">
          <ac:chgData name="Navya Nalli" userId="e9be02a013d54453" providerId="LiveId" clId="{C7B466AC-8FE0-441F-8AC7-154D46FC4EC4}" dt="2026-03-27T16:17:52.104" v="1095" actId="26606"/>
          <ac:spMkLst>
            <pc:docMk/>
            <pc:sldMk cId="1789864152" sldId="257"/>
            <ac:spMk id="57" creationId="{047F8E3E-2FFA-4A0F-B3C7-E57ADDCFB415}"/>
          </ac:spMkLst>
        </pc:spChg>
        <pc:spChg chg="add del">
          <ac:chgData name="Navya Nalli" userId="e9be02a013d54453" providerId="LiveId" clId="{C7B466AC-8FE0-441F-8AC7-154D46FC4EC4}" dt="2026-03-27T16:17:52.104" v="1095" actId="26606"/>
          <ac:spMkLst>
            <pc:docMk/>
            <pc:sldMk cId="1789864152" sldId="257"/>
            <ac:spMk id="60" creationId="{187CBEEE-33DC-22B4-60FB-6400770547DC}"/>
          </ac:spMkLst>
        </pc:spChg>
        <pc:spChg chg="add del">
          <ac:chgData name="Navya Nalli" userId="e9be02a013d54453" providerId="LiveId" clId="{C7B466AC-8FE0-441F-8AC7-154D46FC4EC4}" dt="2026-03-27T16:17:55.022" v="1097" actId="26606"/>
          <ac:spMkLst>
            <pc:docMk/>
            <pc:sldMk cId="1789864152" sldId="257"/>
            <ac:spMk id="63" creationId="{4BC99CB9-DDAD-44A2-8A1C-E3AF4E72DF5C}"/>
          </ac:spMkLst>
        </pc:spChg>
        <pc:spChg chg="add del">
          <ac:chgData name="Navya Nalli" userId="e9be02a013d54453" providerId="LiveId" clId="{C7B466AC-8FE0-441F-8AC7-154D46FC4EC4}" dt="2026-03-27T16:17:55.022" v="1097" actId="26606"/>
          <ac:spMkLst>
            <pc:docMk/>
            <pc:sldMk cId="1789864152" sldId="257"/>
            <ac:spMk id="64" creationId="{64053CBF-3932-45FF-8285-EE5146085F3A}"/>
          </ac:spMkLst>
        </pc:spChg>
        <pc:spChg chg="add del">
          <ac:chgData name="Navya Nalli" userId="e9be02a013d54453" providerId="LiveId" clId="{C7B466AC-8FE0-441F-8AC7-154D46FC4EC4}" dt="2026-03-27T16:17:55.022" v="1097" actId="26606"/>
          <ac:spMkLst>
            <pc:docMk/>
            <pc:sldMk cId="1789864152" sldId="257"/>
            <ac:spMk id="70" creationId="{187CBEEE-33DC-22B4-60FB-6400770547DC}"/>
          </ac:spMkLst>
        </pc:spChg>
        <pc:spChg chg="add">
          <ac:chgData name="Navya Nalli" userId="e9be02a013d54453" providerId="LiveId" clId="{C7B466AC-8FE0-441F-8AC7-154D46FC4EC4}" dt="2026-03-27T16:17:55.038" v="1098" actId="26606"/>
          <ac:spMkLst>
            <pc:docMk/>
            <pc:sldMk cId="1789864152" sldId="257"/>
            <ac:spMk id="77" creationId="{D038248A-211C-4EEC-8401-C761B929FB52}"/>
          </ac:spMkLst>
        </pc:spChg>
        <pc:spChg chg="add">
          <ac:chgData name="Navya Nalli" userId="e9be02a013d54453" providerId="LiveId" clId="{C7B466AC-8FE0-441F-8AC7-154D46FC4EC4}" dt="2026-03-27T16:17:55.038" v="1098" actId="26606"/>
          <ac:spMkLst>
            <pc:docMk/>
            <pc:sldMk cId="1789864152" sldId="257"/>
            <ac:spMk id="78" creationId="{C30A849F-66D9-40C8-BEC8-35AFF8F4568F}"/>
          </ac:spMkLst>
        </pc:spChg>
        <pc:spChg chg="add mod">
          <ac:chgData name="Navya Nalli" userId="e9be02a013d54453" providerId="LiveId" clId="{C7B466AC-8FE0-441F-8AC7-154D46FC4EC4}" dt="2026-03-27T16:19:12.030" v="1105" actId="2710"/>
          <ac:spMkLst>
            <pc:docMk/>
            <pc:sldMk cId="1789864152" sldId="257"/>
            <ac:spMk id="81" creationId="{187CBEEE-33DC-22B4-60FB-6400770547DC}"/>
          </ac:spMkLst>
        </pc:spChg>
        <pc:grpChg chg="add del">
          <ac:chgData name="Navya Nalli" userId="e9be02a013d54453" providerId="LiveId" clId="{C7B466AC-8FE0-441F-8AC7-154D46FC4EC4}" dt="2026-03-27T16:17:49.577" v="1093" actId="26606"/>
          <ac:grpSpMkLst>
            <pc:docMk/>
            <pc:sldMk cId="1789864152" sldId="257"/>
            <ac:grpSpMk id="38" creationId="{09DA5303-A1AF-4830-806C-51FCD96188B7}"/>
          </ac:grpSpMkLst>
        </pc:grpChg>
        <pc:grpChg chg="add del">
          <ac:chgData name="Navya Nalli" userId="e9be02a013d54453" providerId="LiveId" clId="{C7B466AC-8FE0-441F-8AC7-154D46FC4EC4}" dt="2026-03-27T16:17:47.857" v="1091" actId="26606"/>
          <ac:grpSpMkLst>
            <pc:docMk/>
            <pc:sldMk cId="1789864152" sldId="257"/>
            <ac:grpSpMk id="39" creationId="{B441F8D5-EBCE-4FB9-91A9-3425971C1F99}"/>
          </ac:grpSpMkLst>
        </pc:grpChg>
        <pc:grpChg chg="add del">
          <ac:chgData name="Navya Nalli" userId="e9be02a013d54453" providerId="LiveId" clId="{C7B466AC-8FE0-441F-8AC7-154D46FC4EC4}" dt="2026-03-27T16:17:52.104" v="1095" actId="26606"/>
          <ac:grpSpMkLst>
            <pc:docMk/>
            <pc:sldMk cId="1789864152" sldId="257"/>
            <ac:grpSpMk id="44" creationId="{9DB3963A-4187-4A72-9DA4-CA6BADE22931}"/>
          </ac:grpSpMkLst>
        </pc:grpChg>
        <pc:grpChg chg="add del">
          <ac:chgData name="Navya Nalli" userId="e9be02a013d54453" providerId="LiveId" clId="{C7B466AC-8FE0-441F-8AC7-154D46FC4EC4}" dt="2026-03-27T16:17:47.857" v="1091" actId="26606"/>
          <ac:grpSpMkLst>
            <pc:docMk/>
            <pc:sldMk cId="1789864152" sldId="257"/>
            <ac:grpSpMk id="45" creationId="{08701F99-7E4C-4B92-A4B5-307CDFB7A4DE}"/>
          </ac:grpSpMkLst>
        </pc:grpChg>
        <pc:grpChg chg="add del">
          <ac:chgData name="Navya Nalli" userId="e9be02a013d54453" providerId="LiveId" clId="{C7B466AC-8FE0-441F-8AC7-154D46FC4EC4}" dt="2026-03-27T16:17:52.104" v="1095" actId="26606"/>
          <ac:grpSpMkLst>
            <pc:docMk/>
            <pc:sldMk cId="1789864152" sldId="257"/>
            <ac:grpSpMk id="58" creationId="{33D939F1-7ABE-4D0E-946A-43F37F556AFD}"/>
          </ac:grpSpMkLst>
        </pc:grpChg>
        <pc:grpChg chg="add del">
          <ac:chgData name="Navya Nalli" userId="e9be02a013d54453" providerId="LiveId" clId="{C7B466AC-8FE0-441F-8AC7-154D46FC4EC4}" dt="2026-03-27T16:17:55.022" v="1097" actId="26606"/>
          <ac:grpSpMkLst>
            <pc:docMk/>
            <pc:sldMk cId="1789864152" sldId="257"/>
            <ac:grpSpMk id="65" creationId="{2E751C04-BEA6-446B-A678-9C74819EBD4C}"/>
          </ac:grpSpMkLst>
        </pc:grpChg>
        <pc:grpChg chg="add del">
          <ac:chgData name="Navya Nalli" userId="e9be02a013d54453" providerId="LiveId" clId="{C7B466AC-8FE0-441F-8AC7-154D46FC4EC4}" dt="2026-03-27T16:17:55.022" v="1097" actId="26606"/>
          <ac:grpSpMkLst>
            <pc:docMk/>
            <pc:sldMk cId="1789864152" sldId="257"/>
            <ac:grpSpMk id="71" creationId="{B63ACBA3-DEFD-4C6D-BBA0-64468FA99C2D}"/>
          </ac:grpSpMkLst>
        </pc:grpChg>
        <pc:grpChg chg="add">
          <ac:chgData name="Navya Nalli" userId="e9be02a013d54453" providerId="LiveId" clId="{C7B466AC-8FE0-441F-8AC7-154D46FC4EC4}" dt="2026-03-27T16:17:55.038" v="1098" actId="26606"/>
          <ac:grpSpMkLst>
            <pc:docMk/>
            <pc:sldMk cId="1789864152" sldId="257"/>
            <ac:grpSpMk id="79" creationId="{04542298-A2B1-480F-A11C-A40EDD19B857}"/>
          </ac:grpSpMkLst>
        </pc:grpChg>
        <pc:grpChg chg="add">
          <ac:chgData name="Navya Nalli" userId="e9be02a013d54453" providerId="LiveId" clId="{C7B466AC-8FE0-441F-8AC7-154D46FC4EC4}" dt="2026-03-27T16:17:55.038" v="1098" actId="26606"/>
          <ac:grpSpMkLst>
            <pc:docMk/>
            <pc:sldMk cId="1789864152" sldId="257"/>
            <ac:grpSpMk id="82" creationId="{2A5C9C35-2375-49EB-B99C-17C87D42FE7C}"/>
          </ac:grpSpMkLst>
        </pc:grpChg>
        <pc:graphicFrameChg chg="add del">
          <ac:chgData name="Navya Nalli" userId="e9be02a013d54453" providerId="LiveId" clId="{C7B466AC-8FE0-441F-8AC7-154D46FC4EC4}" dt="2026-03-27T16:17:47.857" v="1091" actId="26606"/>
          <ac:graphicFrameMkLst>
            <pc:docMk/>
            <pc:sldMk cId="1789864152" sldId="257"/>
            <ac:graphicFrameMk id="31" creationId="{190FCA39-1BA9-278B-4D0E-98FD9C8A1B1A}"/>
          </ac:graphicFrameMkLst>
        </pc:graphicFrameChg>
        <pc:picChg chg="del">
          <ac:chgData name="Navya Nalli" userId="e9be02a013d54453" providerId="LiveId" clId="{C7B466AC-8FE0-441F-8AC7-154D46FC4EC4}" dt="2026-03-27T16:17:20.444" v="1089" actId="478"/>
          <ac:picMkLst>
            <pc:docMk/>
            <pc:sldMk cId="1789864152" sldId="257"/>
            <ac:picMk id="7" creationId="{159E656D-DC19-E488-15F0-F8D4D282D53A}"/>
          </ac:picMkLst>
        </pc:picChg>
      </pc:sldChg>
      <pc:sldChg chg="addSp delSp modSp mod setBg">
        <pc:chgData name="Navya Nalli" userId="e9be02a013d54453" providerId="LiveId" clId="{C7B466AC-8FE0-441F-8AC7-154D46FC4EC4}" dt="2026-03-27T00:12:24.091" v="826" actId="255"/>
        <pc:sldMkLst>
          <pc:docMk/>
          <pc:sldMk cId="3140085281" sldId="258"/>
        </pc:sldMkLst>
        <pc:spChg chg="mod">
          <ac:chgData name="Navya Nalli" userId="e9be02a013d54453" providerId="LiveId" clId="{C7B466AC-8FE0-441F-8AC7-154D46FC4EC4}" dt="2026-03-26T19:39:03.268" v="610" actId="113"/>
          <ac:spMkLst>
            <pc:docMk/>
            <pc:sldMk cId="3140085281" sldId="258"/>
            <ac:spMk id="2" creationId="{73C2B0F7-E881-83CD-03BD-DDFFCA0AB0AE}"/>
          </ac:spMkLst>
        </pc:spChg>
        <pc:spChg chg="mod">
          <ac:chgData name="Navya Nalli" userId="e9be02a013d54453" providerId="LiveId" clId="{C7B466AC-8FE0-441F-8AC7-154D46FC4EC4}" dt="2026-03-27T00:12:24.091" v="826" actId="255"/>
          <ac:spMkLst>
            <pc:docMk/>
            <pc:sldMk cId="3140085281" sldId="258"/>
            <ac:spMk id="3" creationId="{ED1920B9-9C85-7912-B63E-0466272350EF}"/>
          </ac:spMkLst>
        </pc:spChg>
        <pc:spChg chg="add del">
          <ac:chgData name="Navya Nalli" userId="e9be02a013d54453" providerId="LiveId" clId="{C7B466AC-8FE0-441F-8AC7-154D46FC4EC4}" dt="2026-03-26T19:29:04.392" v="498" actId="26606"/>
          <ac:spMkLst>
            <pc:docMk/>
            <pc:sldMk cId="3140085281" sldId="258"/>
            <ac:spMk id="8" creationId="{D038248A-211C-4EEC-8401-C761B929FB52}"/>
          </ac:spMkLst>
        </pc:spChg>
        <pc:spChg chg="add del">
          <ac:chgData name="Navya Nalli" userId="e9be02a013d54453" providerId="LiveId" clId="{C7B466AC-8FE0-441F-8AC7-154D46FC4EC4}" dt="2026-03-26T19:29:04.392" v="498" actId="26606"/>
          <ac:spMkLst>
            <pc:docMk/>
            <pc:sldMk cId="3140085281" sldId="258"/>
            <ac:spMk id="10" creationId="{C30A849F-66D9-40C8-BEC8-35AFF8F4568F}"/>
          </ac:spMkLst>
        </pc:spChg>
        <pc:spChg chg="add del">
          <ac:chgData name="Navya Nalli" userId="e9be02a013d54453" providerId="LiveId" clId="{C7B466AC-8FE0-441F-8AC7-154D46FC4EC4}" dt="2026-03-26T19:29:06.340" v="500" actId="26606"/>
          <ac:spMkLst>
            <pc:docMk/>
            <pc:sldMk cId="3140085281" sldId="258"/>
            <ac:spMk id="24" creationId="{43C823D3-D619-407C-89E0-C6F6B1E7A42A}"/>
          </ac:spMkLst>
        </pc:spChg>
        <pc:spChg chg="add del">
          <ac:chgData name="Navya Nalli" userId="e9be02a013d54453" providerId="LiveId" clId="{C7B466AC-8FE0-441F-8AC7-154D46FC4EC4}" dt="2026-03-26T19:29:06.340" v="500" actId="26606"/>
          <ac:spMkLst>
            <pc:docMk/>
            <pc:sldMk cId="3140085281" sldId="258"/>
            <ac:spMk id="25" creationId="{047F8E3E-2FFA-4A0F-B3C7-E57ADDCFB415}"/>
          </ac:spMkLst>
        </pc:spChg>
        <pc:spChg chg="add">
          <ac:chgData name="Navya Nalli" userId="e9be02a013d54453" providerId="LiveId" clId="{C7B466AC-8FE0-441F-8AC7-154D46FC4EC4}" dt="2026-03-26T19:29:06.343" v="501" actId="26606"/>
          <ac:spMkLst>
            <pc:docMk/>
            <pc:sldMk cId="3140085281" sldId="258"/>
            <ac:spMk id="37" creationId="{18873D23-2DCF-4B31-A009-95721C06E8E1}"/>
          </ac:spMkLst>
        </pc:spChg>
        <pc:spChg chg="add">
          <ac:chgData name="Navya Nalli" userId="e9be02a013d54453" providerId="LiveId" clId="{C7B466AC-8FE0-441F-8AC7-154D46FC4EC4}" dt="2026-03-26T19:29:06.343" v="501" actId="26606"/>
          <ac:spMkLst>
            <pc:docMk/>
            <pc:sldMk cId="3140085281" sldId="258"/>
            <ac:spMk id="38" creationId="{C13EF075-D4EF-4929-ADBC-91B27DA19955}"/>
          </ac:spMkLst>
        </pc:spChg>
        <pc:grpChg chg="add del">
          <ac:chgData name="Navya Nalli" userId="e9be02a013d54453" providerId="LiveId" clId="{C7B466AC-8FE0-441F-8AC7-154D46FC4EC4}" dt="2026-03-26T19:29:04.392" v="498" actId="26606"/>
          <ac:grpSpMkLst>
            <pc:docMk/>
            <pc:sldMk cId="3140085281" sldId="258"/>
            <ac:grpSpMk id="12" creationId="{04542298-A2B1-480F-A11C-A40EDD19B857}"/>
          </ac:grpSpMkLst>
        </pc:grpChg>
        <pc:grpChg chg="add del">
          <ac:chgData name="Navya Nalli" userId="e9be02a013d54453" providerId="LiveId" clId="{C7B466AC-8FE0-441F-8AC7-154D46FC4EC4}" dt="2026-03-26T19:29:04.392" v="498" actId="26606"/>
          <ac:grpSpMkLst>
            <pc:docMk/>
            <pc:sldMk cId="3140085281" sldId="258"/>
            <ac:grpSpMk id="18" creationId="{2A5C9C35-2375-49EB-B99C-17C87D42FE7C}"/>
          </ac:grpSpMkLst>
        </pc:grpChg>
        <pc:grpChg chg="add del">
          <ac:chgData name="Navya Nalli" userId="e9be02a013d54453" providerId="LiveId" clId="{C7B466AC-8FE0-441F-8AC7-154D46FC4EC4}" dt="2026-03-26T19:29:06.340" v="500" actId="26606"/>
          <ac:grpSpMkLst>
            <pc:docMk/>
            <pc:sldMk cId="3140085281" sldId="258"/>
            <ac:grpSpMk id="26" creationId="{33D939F1-7ABE-4D0E-946A-43F37F556AFD}"/>
          </ac:grpSpMkLst>
        </pc:grpChg>
        <pc:grpChg chg="add del">
          <ac:chgData name="Navya Nalli" userId="e9be02a013d54453" providerId="LiveId" clId="{C7B466AC-8FE0-441F-8AC7-154D46FC4EC4}" dt="2026-03-26T19:29:06.340" v="500" actId="26606"/>
          <ac:grpSpMkLst>
            <pc:docMk/>
            <pc:sldMk cId="3140085281" sldId="258"/>
            <ac:grpSpMk id="31" creationId="{9DB3963A-4187-4A72-9DA4-CA6BADE22931}"/>
          </ac:grpSpMkLst>
        </pc:grpChg>
        <pc:grpChg chg="add">
          <ac:chgData name="Navya Nalli" userId="e9be02a013d54453" providerId="LiveId" clId="{C7B466AC-8FE0-441F-8AC7-154D46FC4EC4}" dt="2026-03-26T19:29:06.343" v="501" actId="26606"/>
          <ac:grpSpMkLst>
            <pc:docMk/>
            <pc:sldMk cId="3140085281" sldId="258"/>
            <ac:grpSpMk id="39" creationId="{DAA26DFA-AAB2-4973-9C17-16D587C7B198}"/>
          </ac:grpSpMkLst>
        </pc:grpChg>
      </pc:sldChg>
      <pc:sldChg chg="addSp delSp modSp new mod setBg">
        <pc:chgData name="Navya Nalli" userId="e9be02a013d54453" providerId="LiveId" clId="{C7B466AC-8FE0-441F-8AC7-154D46FC4EC4}" dt="2026-03-27T01:01:56.447" v="976" actId="1076"/>
        <pc:sldMkLst>
          <pc:docMk/>
          <pc:sldMk cId="976800975" sldId="259"/>
        </pc:sldMkLst>
        <pc:spChg chg="mod">
          <ac:chgData name="Navya Nalli" userId="e9be02a013d54453" providerId="LiveId" clId="{C7B466AC-8FE0-441F-8AC7-154D46FC4EC4}" dt="2026-03-26T19:41:02.798" v="613" actId="113"/>
          <ac:spMkLst>
            <pc:docMk/>
            <pc:sldMk cId="976800975" sldId="259"/>
            <ac:spMk id="2" creationId="{CE9BECB4-454D-EA12-910B-597FEFB51615}"/>
          </ac:spMkLst>
        </pc:spChg>
        <pc:spChg chg="mod">
          <ac:chgData name="Navya Nalli" userId="e9be02a013d54453" providerId="LiveId" clId="{C7B466AC-8FE0-441F-8AC7-154D46FC4EC4}" dt="2026-03-27T01:01:56.447" v="976" actId="1076"/>
          <ac:spMkLst>
            <pc:docMk/>
            <pc:sldMk cId="976800975" sldId="259"/>
            <ac:spMk id="3" creationId="{E6CB3613-4982-6CA5-8E13-FCD558DD1253}"/>
          </ac:spMkLst>
        </pc:spChg>
        <pc:spChg chg="add">
          <ac:chgData name="Navya Nalli" userId="e9be02a013d54453" providerId="LiveId" clId="{C7B466AC-8FE0-441F-8AC7-154D46FC4EC4}" dt="2026-03-27T00:58:19.264" v="955"/>
          <ac:spMkLst>
            <pc:docMk/>
            <pc:sldMk cId="976800975" sldId="259"/>
            <ac:spMk id="4" creationId="{BEA5BCD8-CADA-2784-4F32-BB5FBA9DB914}"/>
          </ac:spMkLst>
        </pc:spChg>
        <pc:spChg chg="add">
          <ac:chgData name="Navya Nalli" userId="e9be02a013d54453" providerId="LiveId" clId="{C7B466AC-8FE0-441F-8AC7-154D46FC4EC4}" dt="2026-03-26T19:31:21.653" v="553" actId="26606"/>
          <ac:spMkLst>
            <pc:docMk/>
            <pc:sldMk cId="976800975" sldId="259"/>
            <ac:spMk id="5" creationId="{CF75AD06-DFC4-4B3A-8490-330823D081CF}"/>
          </ac:spMkLst>
        </pc:spChg>
        <pc:spChg chg="add">
          <ac:chgData name="Navya Nalli" userId="e9be02a013d54453" providerId="LiveId" clId="{C7B466AC-8FE0-441F-8AC7-154D46FC4EC4}" dt="2026-03-26T19:31:21.653" v="553" actId="26606"/>
          <ac:spMkLst>
            <pc:docMk/>
            <pc:sldMk cId="976800975" sldId="259"/>
            <ac:spMk id="6" creationId="{FC587C93-0840-40DF-96D5-D1F2137E6449}"/>
          </ac:spMkLst>
        </pc:spChg>
        <pc:spChg chg="add del">
          <ac:chgData name="Navya Nalli" userId="e9be02a013d54453" providerId="LiveId" clId="{C7B466AC-8FE0-441F-8AC7-154D46FC4EC4}" dt="2026-03-26T19:30:39.838" v="547" actId="26606"/>
          <ac:spMkLst>
            <pc:docMk/>
            <pc:sldMk cId="976800975" sldId="259"/>
            <ac:spMk id="8" creationId="{CF75AD06-DFC4-4B3A-8490-330823D081CF}"/>
          </ac:spMkLst>
        </pc:spChg>
        <pc:spChg chg="add del">
          <ac:chgData name="Navya Nalli" userId="e9be02a013d54453" providerId="LiveId" clId="{C7B466AC-8FE0-441F-8AC7-154D46FC4EC4}" dt="2026-03-26T19:30:39.838" v="547" actId="26606"/>
          <ac:spMkLst>
            <pc:docMk/>
            <pc:sldMk cId="976800975" sldId="259"/>
            <ac:spMk id="10" creationId="{FC587C93-0840-40DF-96D5-D1F2137E6449}"/>
          </ac:spMkLst>
        </pc:spChg>
        <pc:spChg chg="add">
          <ac:chgData name="Navya Nalli" userId="e9be02a013d54453" providerId="LiveId" clId="{C7B466AC-8FE0-441F-8AC7-154D46FC4EC4}" dt="2026-03-27T00:58:31.795" v="956"/>
          <ac:spMkLst>
            <pc:docMk/>
            <pc:sldMk cId="976800975" sldId="259"/>
            <ac:spMk id="11" creationId="{23C1AB05-B756-F52D-D3E2-45CFFAEE15FC}"/>
          </ac:spMkLst>
        </pc:spChg>
        <pc:grpChg chg="add">
          <ac:chgData name="Navya Nalli" userId="e9be02a013d54453" providerId="LiveId" clId="{C7B466AC-8FE0-441F-8AC7-154D46FC4EC4}" dt="2026-03-26T19:31:21.653" v="553" actId="26606"/>
          <ac:grpSpMkLst>
            <pc:docMk/>
            <pc:sldMk cId="976800975" sldId="259"/>
            <ac:grpSpMk id="7" creationId="{5E02D55A-F529-4B19-BAF9-F63240A7B490}"/>
          </ac:grpSpMkLst>
        </pc:grpChg>
        <pc:grpChg chg="add">
          <ac:chgData name="Navya Nalli" userId="e9be02a013d54453" providerId="LiveId" clId="{C7B466AC-8FE0-441F-8AC7-154D46FC4EC4}" dt="2026-03-26T19:31:21.653" v="553" actId="26606"/>
          <ac:grpSpMkLst>
            <pc:docMk/>
            <pc:sldMk cId="976800975" sldId="259"/>
            <ac:grpSpMk id="9" creationId="{47A3A52F-BCB3-444D-9372-EE018B135C49}"/>
          </ac:grpSpMkLst>
        </pc:grpChg>
        <pc:grpChg chg="add del">
          <ac:chgData name="Navya Nalli" userId="e9be02a013d54453" providerId="LiveId" clId="{C7B466AC-8FE0-441F-8AC7-154D46FC4EC4}" dt="2026-03-26T19:30:39.838" v="547" actId="26606"/>
          <ac:grpSpMkLst>
            <pc:docMk/>
            <pc:sldMk cId="976800975" sldId="259"/>
            <ac:grpSpMk id="12" creationId="{5E02D55A-F529-4B19-BAF9-F63240A7B490}"/>
          </ac:grpSpMkLst>
        </pc:grpChg>
        <pc:grpChg chg="add del">
          <ac:chgData name="Navya Nalli" userId="e9be02a013d54453" providerId="LiveId" clId="{C7B466AC-8FE0-441F-8AC7-154D46FC4EC4}" dt="2026-03-26T19:30:39.838" v="547" actId="26606"/>
          <ac:grpSpMkLst>
            <pc:docMk/>
            <pc:sldMk cId="976800975" sldId="259"/>
            <ac:grpSpMk id="18" creationId="{47A3A52F-BCB3-444D-9372-EE018B135C49}"/>
          </ac:grpSpMkLst>
        </pc:grpChg>
      </pc:sldChg>
      <pc:sldChg chg="addSp delSp modSp new mod ord setBg">
        <pc:chgData name="Navya Nalli" userId="e9be02a013d54453" providerId="LiveId" clId="{C7B466AC-8FE0-441F-8AC7-154D46FC4EC4}" dt="2026-03-27T00:54:40.214" v="948" actId="12"/>
        <pc:sldMkLst>
          <pc:docMk/>
          <pc:sldMk cId="2216148412" sldId="260"/>
        </pc:sldMkLst>
        <pc:spChg chg="mod">
          <ac:chgData name="Navya Nalli" userId="e9be02a013d54453" providerId="LiveId" clId="{C7B466AC-8FE0-441F-8AC7-154D46FC4EC4}" dt="2026-03-26T19:39:16.728" v="611" actId="113"/>
          <ac:spMkLst>
            <pc:docMk/>
            <pc:sldMk cId="2216148412" sldId="260"/>
            <ac:spMk id="2" creationId="{10C2736D-44DC-D396-4B5D-4E569A88C2B6}"/>
          </ac:spMkLst>
        </pc:spChg>
        <pc:spChg chg="mod">
          <ac:chgData name="Navya Nalli" userId="e9be02a013d54453" providerId="LiveId" clId="{C7B466AC-8FE0-441F-8AC7-154D46FC4EC4}" dt="2026-03-27T00:54:40.214" v="948" actId="12"/>
          <ac:spMkLst>
            <pc:docMk/>
            <pc:sldMk cId="2216148412" sldId="260"/>
            <ac:spMk id="3" creationId="{496EF44F-5A4D-636F-D541-7797DF342772}"/>
          </ac:spMkLst>
        </pc:spChg>
        <pc:spChg chg="add del">
          <ac:chgData name="Navya Nalli" userId="e9be02a013d54453" providerId="LiveId" clId="{C7B466AC-8FE0-441F-8AC7-154D46FC4EC4}" dt="2026-03-26T19:31:03.835" v="551" actId="26606"/>
          <ac:spMkLst>
            <pc:docMk/>
            <pc:sldMk cId="2216148412" sldId="260"/>
            <ac:spMk id="5" creationId="{889C5E17-24D0-4696-A3C5-A2261FB455FA}"/>
          </ac:spMkLst>
        </pc:spChg>
        <pc:spChg chg="add del">
          <ac:chgData name="Navya Nalli" userId="e9be02a013d54453" providerId="LiveId" clId="{C7B466AC-8FE0-441F-8AC7-154D46FC4EC4}" dt="2026-03-26T19:31:03.835" v="551" actId="26606"/>
          <ac:spMkLst>
            <pc:docMk/>
            <pc:sldMk cId="2216148412" sldId="260"/>
            <ac:spMk id="6" creationId="{6929B58F-2358-44CC-ACE5-EF1BD3C6C824}"/>
          </ac:spMkLst>
        </pc:spChg>
        <pc:spChg chg="add del">
          <ac:chgData name="Navya Nalli" userId="e9be02a013d54453" providerId="LiveId" clId="{C7B466AC-8FE0-441F-8AC7-154D46FC4EC4}" dt="2026-03-26T19:29:15.614" v="503" actId="26606"/>
          <ac:spMkLst>
            <pc:docMk/>
            <pc:sldMk cId="2216148412" sldId="260"/>
            <ac:spMk id="8" creationId="{18873D23-2DCF-4B31-A009-95721C06E8E1}"/>
          </ac:spMkLst>
        </pc:spChg>
        <pc:spChg chg="add del">
          <ac:chgData name="Navya Nalli" userId="e9be02a013d54453" providerId="LiveId" clId="{C7B466AC-8FE0-441F-8AC7-154D46FC4EC4}" dt="2026-03-26T19:29:15.614" v="503" actId="26606"/>
          <ac:spMkLst>
            <pc:docMk/>
            <pc:sldMk cId="2216148412" sldId="260"/>
            <ac:spMk id="10" creationId="{C13EF075-D4EF-4929-ADBC-91B27DA19955}"/>
          </ac:spMkLst>
        </pc:spChg>
        <pc:spChg chg="add">
          <ac:chgData name="Navya Nalli" userId="e9be02a013d54453" providerId="LiveId" clId="{C7B466AC-8FE0-441F-8AC7-154D46FC4EC4}" dt="2026-03-26T19:31:03.835" v="552" actId="26606"/>
          <ac:spMkLst>
            <pc:docMk/>
            <pc:sldMk cId="2216148412" sldId="260"/>
            <ac:spMk id="17" creationId="{CF75AD06-DFC4-4B3A-8490-330823D081CF}"/>
          </ac:spMkLst>
        </pc:spChg>
        <pc:spChg chg="add del">
          <ac:chgData name="Navya Nalli" userId="e9be02a013d54453" providerId="LiveId" clId="{C7B466AC-8FE0-441F-8AC7-154D46FC4EC4}" dt="2026-03-26T19:29:17.453" v="505" actId="26606"/>
          <ac:spMkLst>
            <pc:docMk/>
            <pc:sldMk cId="2216148412" sldId="260"/>
            <ac:spMk id="18" creationId="{777A147A-9ED8-46B4-8660-1B3C2AA880B5}"/>
          </ac:spMkLst>
        </pc:spChg>
        <pc:spChg chg="add del">
          <ac:chgData name="Navya Nalli" userId="e9be02a013d54453" providerId="LiveId" clId="{C7B466AC-8FE0-441F-8AC7-154D46FC4EC4}" dt="2026-03-26T19:29:17.453" v="505" actId="26606"/>
          <ac:spMkLst>
            <pc:docMk/>
            <pc:sldMk cId="2216148412" sldId="260"/>
            <ac:spMk id="19" creationId="{5D6C15A0-C087-4593-8414-2B4EC1CDC3DE}"/>
          </ac:spMkLst>
        </pc:spChg>
        <pc:spChg chg="add del">
          <ac:chgData name="Navya Nalli" userId="e9be02a013d54453" providerId="LiveId" clId="{C7B466AC-8FE0-441F-8AC7-154D46FC4EC4}" dt="2026-03-26T19:29:20.072" v="507" actId="26606"/>
          <ac:spMkLst>
            <pc:docMk/>
            <pc:sldMk cId="2216148412" sldId="260"/>
            <ac:spMk id="23" creationId="{CF75AD06-DFC4-4B3A-8490-330823D081CF}"/>
          </ac:spMkLst>
        </pc:spChg>
        <pc:spChg chg="add del">
          <ac:chgData name="Navya Nalli" userId="e9be02a013d54453" providerId="LiveId" clId="{C7B466AC-8FE0-441F-8AC7-154D46FC4EC4}" dt="2026-03-26T19:29:20.072" v="507" actId="26606"/>
          <ac:spMkLst>
            <pc:docMk/>
            <pc:sldMk cId="2216148412" sldId="260"/>
            <ac:spMk id="24" creationId="{FC587C93-0840-40DF-96D5-D1F2137E6449}"/>
          </ac:spMkLst>
        </pc:spChg>
        <pc:spChg chg="add">
          <ac:chgData name="Navya Nalli" userId="e9be02a013d54453" providerId="LiveId" clId="{C7B466AC-8FE0-441F-8AC7-154D46FC4EC4}" dt="2026-03-26T19:31:03.835" v="552" actId="26606"/>
          <ac:spMkLst>
            <pc:docMk/>
            <pc:sldMk cId="2216148412" sldId="260"/>
            <ac:spMk id="27" creationId="{FC587C93-0840-40DF-96D5-D1F2137E6449}"/>
          </ac:spMkLst>
        </pc:spChg>
        <pc:spChg chg="add del">
          <ac:chgData name="Navya Nalli" userId="e9be02a013d54453" providerId="LiveId" clId="{C7B466AC-8FE0-441F-8AC7-154D46FC4EC4}" dt="2026-03-26T19:30:40.303" v="549" actId="26606"/>
          <ac:spMkLst>
            <pc:docMk/>
            <pc:sldMk cId="2216148412" sldId="260"/>
            <ac:spMk id="29" creationId="{18873D23-2DCF-4B31-A009-95721C06E8E1}"/>
          </ac:spMkLst>
        </pc:spChg>
        <pc:spChg chg="add del">
          <ac:chgData name="Navya Nalli" userId="e9be02a013d54453" providerId="LiveId" clId="{C7B466AC-8FE0-441F-8AC7-154D46FC4EC4}" dt="2026-03-26T19:30:40.303" v="549" actId="26606"/>
          <ac:spMkLst>
            <pc:docMk/>
            <pc:sldMk cId="2216148412" sldId="260"/>
            <ac:spMk id="30" creationId="{C13EF075-D4EF-4929-ADBC-91B27DA19955}"/>
          </ac:spMkLst>
        </pc:spChg>
        <pc:spChg chg="add del">
          <ac:chgData name="Navya Nalli" userId="e9be02a013d54453" providerId="LiveId" clId="{C7B466AC-8FE0-441F-8AC7-154D46FC4EC4}" dt="2026-03-26T19:29:33.127" v="510" actId="26606"/>
          <ac:spMkLst>
            <pc:docMk/>
            <pc:sldMk cId="2216148412" sldId="260"/>
            <ac:spMk id="40" creationId="{889C5E17-24D0-4696-A3C5-A2261FB455FA}"/>
          </ac:spMkLst>
        </pc:spChg>
        <pc:spChg chg="add del">
          <ac:chgData name="Navya Nalli" userId="e9be02a013d54453" providerId="LiveId" clId="{C7B466AC-8FE0-441F-8AC7-154D46FC4EC4}" dt="2026-03-26T19:29:33.127" v="510" actId="26606"/>
          <ac:spMkLst>
            <pc:docMk/>
            <pc:sldMk cId="2216148412" sldId="260"/>
            <ac:spMk id="42" creationId="{6929B58F-2358-44CC-ACE5-EF1BD3C6C824}"/>
          </ac:spMkLst>
        </pc:spChg>
        <pc:spChg chg="add del">
          <ac:chgData name="Navya Nalli" userId="e9be02a013d54453" providerId="LiveId" clId="{C7B466AC-8FE0-441F-8AC7-154D46FC4EC4}" dt="2026-03-26T19:29:34.433" v="512" actId="26606"/>
          <ac:spMkLst>
            <pc:docMk/>
            <pc:sldMk cId="2216148412" sldId="260"/>
            <ac:spMk id="49" creationId="{18873D23-2DCF-4B31-A009-95721C06E8E1}"/>
          </ac:spMkLst>
        </pc:spChg>
        <pc:spChg chg="add del">
          <ac:chgData name="Navya Nalli" userId="e9be02a013d54453" providerId="LiveId" clId="{C7B466AC-8FE0-441F-8AC7-154D46FC4EC4}" dt="2026-03-26T19:29:34.433" v="512" actId="26606"/>
          <ac:spMkLst>
            <pc:docMk/>
            <pc:sldMk cId="2216148412" sldId="260"/>
            <ac:spMk id="50" creationId="{C13EF075-D4EF-4929-ADBC-91B27DA19955}"/>
          </ac:spMkLst>
        </pc:spChg>
        <pc:spChg chg="add del">
          <ac:chgData name="Navya Nalli" userId="e9be02a013d54453" providerId="LiveId" clId="{C7B466AC-8FE0-441F-8AC7-154D46FC4EC4}" dt="2026-03-26T19:29:36.580" v="514" actId="26606"/>
          <ac:spMkLst>
            <pc:docMk/>
            <pc:sldMk cId="2216148412" sldId="260"/>
            <ac:spMk id="56" creationId="{87BF42CA-AD55-48B4-8949-C4DCA60A6AEE}"/>
          </ac:spMkLst>
        </pc:spChg>
        <pc:spChg chg="add del">
          <ac:chgData name="Navya Nalli" userId="e9be02a013d54453" providerId="LiveId" clId="{C7B466AC-8FE0-441F-8AC7-154D46FC4EC4}" dt="2026-03-26T19:29:36.580" v="514" actId="26606"/>
          <ac:spMkLst>
            <pc:docMk/>
            <pc:sldMk cId="2216148412" sldId="260"/>
            <ac:spMk id="57" creationId="{66AE1D3D-3106-4CB2-AA7C-0C1642AC0F2E}"/>
          </ac:spMkLst>
        </pc:spChg>
        <pc:spChg chg="add del">
          <ac:chgData name="Navya Nalli" userId="e9be02a013d54453" providerId="LiveId" clId="{C7B466AC-8FE0-441F-8AC7-154D46FC4EC4}" dt="2026-03-26T19:29:37.320" v="516" actId="26606"/>
          <ac:spMkLst>
            <pc:docMk/>
            <pc:sldMk cId="2216148412" sldId="260"/>
            <ac:spMk id="62" creationId="{889C5E17-24D0-4696-A3C5-A2261FB455FA}"/>
          </ac:spMkLst>
        </pc:spChg>
        <pc:spChg chg="add del">
          <ac:chgData name="Navya Nalli" userId="e9be02a013d54453" providerId="LiveId" clId="{C7B466AC-8FE0-441F-8AC7-154D46FC4EC4}" dt="2026-03-26T19:29:37.320" v="516" actId="26606"/>
          <ac:spMkLst>
            <pc:docMk/>
            <pc:sldMk cId="2216148412" sldId="260"/>
            <ac:spMk id="63" creationId="{6929B58F-2358-44CC-ACE5-EF1BD3C6C824}"/>
          </ac:spMkLst>
        </pc:spChg>
        <pc:spChg chg="add del">
          <ac:chgData name="Navya Nalli" userId="e9be02a013d54453" providerId="LiveId" clId="{C7B466AC-8FE0-441F-8AC7-154D46FC4EC4}" dt="2026-03-26T19:30:40.095" v="548" actId="26606"/>
          <ac:spMkLst>
            <pc:docMk/>
            <pc:sldMk cId="2216148412" sldId="260"/>
            <ac:spMk id="69" creationId="{CF75AD06-DFC4-4B3A-8490-330823D081CF}"/>
          </ac:spMkLst>
        </pc:spChg>
        <pc:spChg chg="add del">
          <ac:chgData name="Navya Nalli" userId="e9be02a013d54453" providerId="LiveId" clId="{C7B466AC-8FE0-441F-8AC7-154D46FC4EC4}" dt="2026-03-26T19:30:40.095" v="548" actId="26606"/>
          <ac:spMkLst>
            <pc:docMk/>
            <pc:sldMk cId="2216148412" sldId="260"/>
            <ac:spMk id="70" creationId="{FC587C93-0840-40DF-96D5-D1F2137E6449}"/>
          </ac:spMkLst>
        </pc:spChg>
        <pc:grpChg chg="add del">
          <ac:chgData name="Navya Nalli" userId="e9be02a013d54453" providerId="LiveId" clId="{C7B466AC-8FE0-441F-8AC7-154D46FC4EC4}" dt="2026-03-26T19:31:03.835" v="551" actId="26606"/>
          <ac:grpSpMkLst>
            <pc:docMk/>
            <pc:sldMk cId="2216148412" sldId="260"/>
            <ac:grpSpMk id="7" creationId="{09DA5303-A1AF-4830-806C-51FCD96188B7}"/>
          </ac:grpSpMkLst>
        </pc:grpChg>
        <pc:grpChg chg="add del">
          <ac:chgData name="Navya Nalli" userId="e9be02a013d54453" providerId="LiveId" clId="{C7B466AC-8FE0-441F-8AC7-154D46FC4EC4}" dt="2026-03-26T19:29:15.614" v="503" actId="26606"/>
          <ac:grpSpMkLst>
            <pc:docMk/>
            <pc:sldMk cId="2216148412" sldId="260"/>
            <ac:grpSpMk id="12" creationId="{DAA26DFA-AAB2-4973-9C17-16D587C7B198}"/>
          </ac:grpSpMkLst>
        </pc:grpChg>
        <pc:grpChg chg="add del">
          <ac:chgData name="Navya Nalli" userId="e9be02a013d54453" providerId="LiveId" clId="{C7B466AC-8FE0-441F-8AC7-154D46FC4EC4}" dt="2026-03-26T19:29:20.072" v="507" actId="26606"/>
          <ac:grpSpMkLst>
            <pc:docMk/>
            <pc:sldMk cId="2216148412" sldId="260"/>
            <ac:grpSpMk id="25" creationId="{5E02D55A-F529-4B19-BAF9-F63240A7B490}"/>
          </ac:grpSpMkLst>
        </pc:grpChg>
        <pc:grpChg chg="add del">
          <ac:chgData name="Navya Nalli" userId="e9be02a013d54453" providerId="LiveId" clId="{C7B466AC-8FE0-441F-8AC7-154D46FC4EC4}" dt="2026-03-26T19:29:20.072" v="507" actId="26606"/>
          <ac:grpSpMkLst>
            <pc:docMk/>
            <pc:sldMk cId="2216148412" sldId="260"/>
            <ac:grpSpMk id="26" creationId="{47A3A52F-BCB3-444D-9372-EE018B135C49}"/>
          </ac:grpSpMkLst>
        </pc:grpChg>
        <pc:grpChg chg="add">
          <ac:chgData name="Navya Nalli" userId="e9be02a013d54453" providerId="LiveId" clId="{C7B466AC-8FE0-441F-8AC7-154D46FC4EC4}" dt="2026-03-26T19:31:03.835" v="552" actId="26606"/>
          <ac:grpSpMkLst>
            <pc:docMk/>
            <pc:sldMk cId="2216148412" sldId="260"/>
            <ac:grpSpMk id="28" creationId="{5E02D55A-F529-4B19-BAF9-F63240A7B490}"/>
          </ac:grpSpMkLst>
        </pc:grpChg>
        <pc:grpChg chg="add del">
          <ac:chgData name="Navya Nalli" userId="e9be02a013d54453" providerId="LiveId" clId="{C7B466AC-8FE0-441F-8AC7-154D46FC4EC4}" dt="2026-03-26T19:30:40.303" v="549" actId="26606"/>
          <ac:grpSpMkLst>
            <pc:docMk/>
            <pc:sldMk cId="2216148412" sldId="260"/>
            <ac:grpSpMk id="31" creationId="{DAA26DFA-AAB2-4973-9C17-16D587C7B198}"/>
          </ac:grpSpMkLst>
        </pc:grpChg>
        <pc:grpChg chg="add">
          <ac:chgData name="Navya Nalli" userId="e9be02a013d54453" providerId="LiveId" clId="{C7B466AC-8FE0-441F-8AC7-154D46FC4EC4}" dt="2026-03-26T19:31:03.835" v="552" actId="26606"/>
          <ac:grpSpMkLst>
            <pc:docMk/>
            <pc:sldMk cId="2216148412" sldId="260"/>
            <ac:grpSpMk id="35" creationId="{47A3A52F-BCB3-444D-9372-EE018B135C49}"/>
          </ac:grpSpMkLst>
        </pc:grpChg>
        <pc:grpChg chg="add del">
          <ac:chgData name="Navya Nalli" userId="e9be02a013d54453" providerId="LiveId" clId="{C7B466AC-8FE0-441F-8AC7-154D46FC4EC4}" dt="2026-03-26T19:29:33.127" v="510" actId="26606"/>
          <ac:grpSpMkLst>
            <pc:docMk/>
            <pc:sldMk cId="2216148412" sldId="260"/>
            <ac:grpSpMk id="44" creationId="{09DA5303-A1AF-4830-806C-51FCD96188B7}"/>
          </ac:grpSpMkLst>
        </pc:grpChg>
        <pc:grpChg chg="add del">
          <ac:chgData name="Navya Nalli" userId="e9be02a013d54453" providerId="LiveId" clId="{C7B466AC-8FE0-441F-8AC7-154D46FC4EC4}" dt="2026-03-26T19:29:34.433" v="512" actId="26606"/>
          <ac:grpSpMkLst>
            <pc:docMk/>
            <pc:sldMk cId="2216148412" sldId="260"/>
            <ac:grpSpMk id="51" creationId="{DAA26DFA-AAB2-4973-9C17-16D587C7B198}"/>
          </ac:grpSpMkLst>
        </pc:grpChg>
        <pc:grpChg chg="add del">
          <ac:chgData name="Navya Nalli" userId="e9be02a013d54453" providerId="LiveId" clId="{C7B466AC-8FE0-441F-8AC7-154D46FC4EC4}" dt="2026-03-26T19:29:36.580" v="514" actId="26606"/>
          <ac:grpSpMkLst>
            <pc:docMk/>
            <pc:sldMk cId="2216148412" sldId="260"/>
            <ac:grpSpMk id="58" creationId="{0A31B6AF-B711-4CDB-8C2B-16E963DDC4C5}"/>
          </ac:grpSpMkLst>
        </pc:grpChg>
        <pc:grpChg chg="add del">
          <ac:chgData name="Navya Nalli" userId="e9be02a013d54453" providerId="LiveId" clId="{C7B466AC-8FE0-441F-8AC7-154D46FC4EC4}" dt="2026-03-26T19:29:37.320" v="516" actId="26606"/>
          <ac:grpSpMkLst>
            <pc:docMk/>
            <pc:sldMk cId="2216148412" sldId="260"/>
            <ac:grpSpMk id="64" creationId="{09DA5303-A1AF-4830-806C-51FCD96188B7}"/>
          </ac:grpSpMkLst>
        </pc:grpChg>
        <pc:grpChg chg="add del">
          <ac:chgData name="Navya Nalli" userId="e9be02a013d54453" providerId="LiveId" clId="{C7B466AC-8FE0-441F-8AC7-154D46FC4EC4}" dt="2026-03-26T19:30:40.095" v="548" actId="26606"/>
          <ac:grpSpMkLst>
            <pc:docMk/>
            <pc:sldMk cId="2216148412" sldId="260"/>
            <ac:grpSpMk id="71" creationId="{5E02D55A-F529-4B19-BAF9-F63240A7B490}"/>
          </ac:grpSpMkLst>
        </pc:grpChg>
        <pc:grpChg chg="add del">
          <ac:chgData name="Navya Nalli" userId="e9be02a013d54453" providerId="LiveId" clId="{C7B466AC-8FE0-441F-8AC7-154D46FC4EC4}" dt="2026-03-26T19:30:40.095" v="548" actId="26606"/>
          <ac:grpSpMkLst>
            <pc:docMk/>
            <pc:sldMk cId="2216148412" sldId="260"/>
            <ac:grpSpMk id="72" creationId="{47A3A52F-BCB3-444D-9372-EE018B135C49}"/>
          </ac:grpSpMkLst>
        </pc:grpChg>
      </pc:sldChg>
      <pc:sldChg chg="addSp delSp modSp new mod setBg">
        <pc:chgData name="Navya Nalli" userId="e9be02a013d54453" providerId="LiveId" clId="{C7B466AC-8FE0-441F-8AC7-154D46FC4EC4}" dt="2026-03-27T01:11:59.937" v="1036" actId="20577"/>
        <pc:sldMkLst>
          <pc:docMk/>
          <pc:sldMk cId="1704584443" sldId="261"/>
        </pc:sldMkLst>
        <pc:spChg chg="mod">
          <ac:chgData name="Navya Nalli" userId="e9be02a013d54453" providerId="LiveId" clId="{C7B466AC-8FE0-441F-8AC7-154D46FC4EC4}" dt="2026-03-26T19:46:32.886" v="636" actId="255"/>
          <ac:spMkLst>
            <pc:docMk/>
            <pc:sldMk cId="1704584443" sldId="261"/>
            <ac:spMk id="2" creationId="{B0B6BC20-C19D-5716-6956-742039E2F4C1}"/>
          </ac:spMkLst>
        </pc:spChg>
        <pc:spChg chg="add del">
          <ac:chgData name="Navya Nalli" userId="e9be02a013d54453" providerId="LiveId" clId="{C7B466AC-8FE0-441F-8AC7-154D46FC4EC4}" dt="2026-03-26T17:35:43.045" v="73" actId="3680"/>
          <ac:spMkLst>
            <pc:docMk/>
            <pc:sldMk cId="1704584443" sldId="261"/>
            <ac:spMk id="3" creationId="{1A081138-DB87-A028-5D06-FBD92B35398B}"/>
          </ac:spMkLst>
        </pc:spChg>
        <pc:spChg chg="add del">
          <ac:chgData name="Navya Nalli" userId="e9be02a013d54453" providerId="LiveId" clId="{C7B466AC-8FE0-441F-8AC7-154D46FC4EC4}" dt="2026-03-26T19:31:31.612" v="555" actId="26606"/>
          <ac:spMkLst>
            <pc:docMk/>
            <pc:sldMk cId="1704584443" sldId="261"/>
            <ac:spMk id="10" creationId="{58086AEC-04C2-4BC4-BFB8-0135965C74A8}"/>
          </ac:spMkLst>
        </pc:spChg>
        <pc:spChg chg="add del">
          <ac:chgData name="Navya Nalli" userId="e9be02a013d54453" providerId="LiveId" clId="{C7B466AC-8FE0-441F-8AC7-154D46FC4EC4}" dt="2026-03-26T19:31:31.612" v="555" actId="26606"/>
          <ac:spMkLst>
            <pc:docMk/>
            <pc:sldMk cId="1704584443" sldId="261"/>
            <ac:spMk id="12" creationId="{20C3BE3F-B8A9-4DC9-A867-EC91736FAA07}"/>
          </ac:spMkLst>
        </pc:spChg>
        <pc:spChg chg="add del">
          <ac:chgData name="Navya Nalli" userId="e9be02a013d54453" providerId="LiveId" clId="{C7B466AC-8FE0-441F-8AC7-154D46FC4EC4}" dt="2026-03-26T19:31:35.975" v="557" actId="26606"/>
          <ac:spMkLst>
            <pc:docMk/>
            <pc:sldMk cId="1704584443" sldId="261"/>
            <ac:spMk id="25" creationId="{345A976A-8DE3-4B67-B94B-2044FDD12899}"/>
          </ac:spMkLst>
        </pc:spChg>
        <pc:spChg chg="add del">
          <ac:chgData name="Navya Nalli" userId="e9be02a013d54453" providerId="LiveId" clId="{C7B466AC-8FE0-441F-8AC7-154D46FC4EC4}" dt="2026-03-26T19:31:35.975" v="557" actId="26606"/>
          <ac:spMkLst>
            <pc:docMk/>
            <pc:sldMk cId="1704584443" sldId="261"/>
            <ac:spMk id="26" creationId="{6EAAA1B9-2DDB-49C9-A037-A523D2F13C15}"/>
          </ac:spMkLst>
        </pc:spChg>
        <pc:spChg chg="add del">
          <ac:chgData name="Navya Nalli" userId="e9be02a013d54453" providerId="LiveId" clId="{C7B466AC-8FE0-441F-8AC7-154D46FC4EC4}" dt="2026-03-26T19:31:44.973" v="559" actId="26606"/>
          <ac:spMkLst>
            <pc:docMk/>
            <pc:sldMk cId="1704584443" sldId="261"/>
            <ac:spMk id="33" creationId="{345A976A-8DE3-4B67-B94B-2044FDD12899}"/>
          </ac:spMkLst>
        </pc:spChg>
        <pc:spChg chg="add del">
          <ac:chgData name="Navya Nalli" userId="e9be02a013d54453" providerId="LiveId" clId="{C7B466AC-8FE0-441F-8AC7-154D46FC4EC4}" dt="2026-03-26T19:31:44.973" v="559" actId="26606"/>
          <ac:spMkLst>
            <pc:docMk/>
            <pc:sldMk cId="1704584443" sldId="261"/>
            <ac:spMk id="34" creationId="{6EAAA1B9-2DDB-49C9-A037-A523D2F13C15}"/>
          </ac:spMkLst>
        </pc:spChg>
        <pc:spChg chg="add del">
          <ac:chgData name="Navya Nalli" userId="e9be02a013d54453" providerId="LiveId" clId="{C7B466AC-8FE0-441F-8AC7-154D46FC4EC4}" dt="2026-03-26T19:31:47.157" v="561" actId="26606"/>
          <ac:spMkLst>
            <pc:docMk/>
            <pc:sldMk cId="1704584443" sldId="261"/>
            <ac:spMk id="42" creationId="{A3363022-C969-41E9-8EB2-E4C94908C1FA}"/>
          </ac:spMkLst>
        </pc:spChg>
        <pc:spChg chg="add del">
          <ac:chgData name="Navya Nalli" userId="e9be02a013d54453" providerId="LiveId" clId="{C7B466AC-8FE0-441F-8AC7-154D46FC4EC4}" dt="2026-03-26T19:31:47.157" v="561" actId="26606"/>
          <ac:spMkLst>
            <pc:docMk/>
            <pc:sldMk cId="1704584443" sldId="261"/>
            <ac:spMk id="43" creationId="{8D1AD6B3-BE88-4CEB-BA17-790657CC4729}"/>
          </ac:spMkLst>
        </pc:spChg>
        <pc:spChg chg="add del">
          <ac:chgData name="Navya Nalli" userId="e9be02a013d54453" providerId="LiveId" clId="{C7B466AC-8FE0-441F-8AC7-154D46FC4EC4}" dt="2026-03-26T19:31:49.747" v="563" actId="26606"/>
          <ac:spMkLst>
            <pc:docMk/>
            <pc:sldMk cId="1704584443" sldId="261"/>
            <ac:spMk id="49" creationId="{A3363022-C969-41E9-8EB2-E4C94908C1FA}"/>
          </ac:spMkLst>
        </pc:spChg>
        <pc:spChg chg="add del">
          <ac:chgData name="Navya Nalli" userId="e9be02a013d54453" providerId="LiveId" clId="{C7B466AC-8FE0-441F-8AC7-154D46FC4EC4}" dt="2026-03-26T19:31:49.747" v="563" actId="26606"/>
          <ac:spMkLst>
            <pc:docMk/>
            <pc:sldMk cId="1704584443" sldId="261"/>
            <ac:spMk id="50" creationId="{8D1AD6B3-BE88-4CEB-BA17-790657CC4729}"/>
          </ac:spMkLst>
        </pc:spChg>
        <pc:spChg chg="add">
          <ac:chgData name="Navya Nalli" userId="e9be02a013d54453" providerId="LiveId" clId="{C7B466AC-8FE0-441F-8AC7-154D46FC4EC4}" dt="2026-03-26T19:31:49.780" v="564" actId="26606"/>
          <ac:spMkLst>
            <pc:docMk/>
            <pc:sldMk cId="1704584443" sldId="261"/>
            <ac:spMk id="53" creationId="{89A320C9-9735-4D13-8279-C1C674841392}"/>
          </ac:spMkLst>
        </pc:spChg>
        <pc:spChg chg="add">
          <ac:chgData name="Navya Nalli" userId="e9be02a013d54453" providerId="LiveId" clId="{C7B466AC-8FE0-441F-8AC7-154D46FC4EC4}" dt="2026-03-26T19:31:49.780" v="564" actId="26606"/>
          <ac:spMkLst>
            <pc:docMk/>
            <pc:sldMk cId="1704584443" sldId="261"/>
            <ac:spMk id="54" creationId="{92544CF4-9B52-4A7B-A4B3-88C72729B77D}"/>
          </ac:spMkLst>
        </pc:spChg>
        <pc:spChg chg="add">
          <ac:chgData name="Navya Nalli" userId="e9be02a013d54453" providerId="LiveId" clId="{C7B466AC-8FE0-441F-8AC7-154D46FC4EC4}" dt="2026-03-26T19:31:49.780" v="564" actId="26606"/>
          <ac:spMkLst>
            <pc:docMk/>
            <pc:sldMk cId="1704584443" sldId="261"/>
            <ac:spMk id="55" creationId="{E75862C5-5C00-4421-BC7B-9B7B86DBC80D}"/>
          </ac:spMkLst>
        </pc:spChg>
        <pc:spChg chg="add">
          <ac:chgData name="Navya Nalli" userId="e9be02a013d54453" providerId="LiveId" clId="{C7B466AC-8FE0-441F-8AC7-154D46FC4EC4}" dt="2026-03-26T19:31:49.780" v="564" actId="26606"/>
          <ac:spMkLst>
            <pc:docMk/>
            <pc:sldMk cId="1704584443" sldId="261"/>
            <ac:spMk id="56" creationId="{089440EF-9BE9-4AE9-8C28-00B02296CDB6}"/>
          </ac:spMkLst>
        </pc:spChg>
        <pc:grpChg chg="add del">
          <ac:chgData name="Navya Nalli" userId="e9be02a013d54453" providerId="LiveId" clId="{C7B466AC-8FE0-441F-8AC7-154D46FC4EC4}" dt="2026-03-26T19:31:31.612" v="555" actId="26606"/>
          <ac:grpSpMkLst>
            <pc:docMk/>
            <pc:sldMk cId="1704584443" sldId="261"/>
            <ac:grpSpMk id="14" creationId="{0CA2F3D1-53F2-478B-949B-6D4EA2E4E43E}"/>
          </ac:grpSpMkLst>
        </pc:grpChg>
        <pc:grpChg chg="add del">
          <ac:chgData name="Navya Nalli" userId="e9be02a013d54453" providerId="LiveId" clId="{C7B466AC-8FE0-441F-8AC7-154D46FC4EC4}" dt="2026-03-26T19:31:35.975" v="557" actId="26606"/>
          <ac:grpSpMkLst>
            <pc:docMk/>
            <pc:sldMk cId="1704584443" sldId="261"/>
            <ac:grpSpMk id="20" creationId="{08701F99-7E4C-4B92-A4B5-307CDFB7A4DE}"/>
          </ac:grpSpMkLst>
        </pc:grpChg>
        <pc:grpChg chg="add del">
          <ac:chgData name="Navya Nalli" userId="e9be02a013d54453" providerId="LiveId" clId="{C7B466AC-8FE0-441F-8AC7-154D46FC4EC4}" dt="2026-03-26T19:31:35.975" v="557" actId="26606"/>
          <ac:grpSpMkLst>
            <pc:docMk/>
            <pc:sldMk cId="1704584443" sldId="261"/>
            <ac:grpSpMk id="27" creationId="{B441F8D5-EBCE-4FB9-91A9-3425971C1F99}"/>
          </ac:grpSpMkLst>
        </pc:grpChg>
        <pc:grpChg chg="add del">
          <ac:chgData name="Navya Nalli" userId="e9be02a013d54453" providerId="LiveId" clId="{C7B466AC-8FE0-441F-8AC7-154D46FC4EC4}" dt="2026-03-26T19:31:44.973" v="559" actId="26606"/>
          <ac:grpSpMkLst>
            <pc:docMk/>
            <pc:sldMk cId="1704584443" sldId="261"/>
            <ac:grpSpMk id="35" creationId="{76566969-F813-4CC5-B3E9-363D85B55C3B}"/>
          </ac:grpSpMkLst>
        </pc:grpChg>
        <pc:grpChg chg="add del">
          <ac:chgData name="Navya Nalli" userId="e9be02a013d54453" providerId="LiveId" clId="{C7B466AC-8FE0-441F-8AC7-154D46FC4EC4}" dt="2026-03-26T19:31:44.973" v="559" actId="26606"/>
          <ac:grpSpMkLst>
            <pc:docMk/>
            <pc:sldMk cId="1704584443" sldId="261"/>
            <ac:grpSpMk id="36" creationId="{0217D733-97B6-4C43-AF0C-5E3CB0EA132A}"/>
          </ac:grpSpMkLst>
        </pc:grpChg>
        <pc:grpChg chg="add del">
          <ac:chgData name="Navya Nalli" userId="e9be02a013d54453" providerId="LiveId" clId="{C7B466AC-8FE0-441F-8AC7-154D46FC4EC4}" dt="2026-03-26T19:31:47.157" v="561" actId="26606"/>
          <ac:grpSpMkLst>
            <pc:docMk/>
            <pc:sldMk cId="1704584443" sldId="261"/>
            <ac:grpSpMk id="44" creationId="{89D1390B-7E13-4B4F-9CB2-391063412E54}"/>
          </ac:grpSpMkLst>
        </pc:grpChg>
        <pc:grpChg chg="add del">
          <ac:chgData name="Navya Nalli" userId="e9be02a013d54453" providerId="LiveId" clId="{C7B466AC-8FE0-441F-8AC7-154D46FC4EC4}" dt="2026-03-26T19:31:49.747" v="563" actId="26606"/>
          <ac:grpSpMkLst>
            <pc:docMk/>
            <pc:sldMk cId="1704584443" sldId="261"/>
            <ac:grpSpMk id="51" creationId="{89D1390B-7E13-4B4F-9CB2-391063412E54}"/>
          </ac:grpSpMkLst>
        </pc:grpChg>
        <pc:graphicFrameChg chg="add del mod ord modGraphic">
          <ac:chgData name="Navya Nalli" userId="e9be02a013d54453" providerId="LiveId" clId="{C7B466AC-8FE0-441F-8AC7-154D46FC4EC4}" dt="2026-03-26T17:35:34.230" v="72" actId="3680"/>
          <ac:graphicFrameMkLst>
            <pc:docMk/>
            <pc:sldMk cId="1704584443" sldId="261"/>
            <ac:graphicFrameMk id="4" creationId="{888CDD5D-51D8-23FB-B44C-86DE99C8D859}"/>
          </ac:graphicFrameMkLst>
        </pc:graphicFrameChg>
        <pc:graphicFrameChg chg="add mod ord modGraphic">
          <ac:chgData name="Navya Nalli" userId="e9be02a013d54453" providerId="LiveId" clId="{C7B466AC-8FE0-441F-8AC7-154D46FC4EC4}" dt="2026-03-27T01:11:59.937" v="1036" actId="20577"/>
          <ac:graphicFrameMkLst>
            <pc:docMk/>
            <pc:sldMk cId="1704584443" sldId="261"/>
            <ac:graphicFrameMk id="5" creationId="{1BEBC100-655C-7EA8-E055-2293CC424C73}"/>
          </ac:graphicFrameMkLst>
        </pc:graphicFrameChg>
      </pc:sldChg>
      <pc:sldChg chg="addSp delSp modSp new mod setBg">
        <pc:chgData name="Navya Nalli" userId="e9be02a013d54453" providerId="LiveId" clId="{C7B466AC-8FE0-441F-8AC7-154D46FC4EC4}" dt="2026-03-27T00:13:57.401" v="831" actId="255"/>
        <pc:sldMkLst>
          <pc:docMk/>
          <pc:sldMk cId="788631516" sldId="262"/>
        </pc:sldMkLst>
        <pc:spChg chg="mod">
          <ac:chgData name="Navya Nalli" userId="e9be02a013d54453" providerId="LiveId" clId="{C7B466AC-8FE0-441F-8AC7-154D46FC4EC4}" dt="2026-03-26T19:41:38.497" v="616" actId="113"/>
          <ac:spMkLst>
            <pc:docMk/>
            <pc:sldMk cId="788631516" sldId="262"/>
            <ac:spMk id="2" creationId="{0542BC56-AC56-A291-737B-769658187765}"/>
          </ac:spMkLst>
        </pc:spChg>
        <pc:spChg chg="del mod">
          <ac:chgData name="Navya Nalli" userId="e9be02a013d54453" providerId="LiveId" clId="{C7B466AC-8FE0-441F-8AC7-154D46FC4EC4}" dt="2026-03-26T17:42:51.629" v="91"/>
          <ac:spMkLst>
            <pc:docMk/>
            <pc:sldMk cId="788631516" sldId="262"/>
            <ac:spMk id="3" creationId="{E045E13D-274A-BCBF-1F26-28519B5EADA9}"/>
          </ac:spMkLst>
        </pc:spChg>
        <pc:spChg chg="add del mod">
          <ac:chgData name="Navya Nalli" userId="e9be02a013d54453" providerId="LiveId" clId="{C7B466AC-8FE0-441F-8AC7-154D46FC4EC4}" dt="2026-03-26T19:32:38.440" v="569" actId="26606"/>
          <ac:spMkLst>
            <pc:docMk/>
            <pc:sldMk cId="788631516" sldId="262"/>
            <ac:spMk id="4" creationId="{87532250-D390-0A55-438F-46F38036B1AA}"/>
          </ac:spMkLst>
        </pc:spChg>
        <pc:spChg chg="add del">
          <ac:chgData name="Navya Nalli" userId="e9be02a013d54453" providerId="LiveId" clId="{C7B466AC-8FE0-441F-8AC7-154D46FC4EC4}" dt="2026-03-26T19:32:30.616" v="566" actId="26606"/>
          <ac:spMkLst>
            <pc:docMk/>
            <pc:sldMk cId="788631516" sldId="262"/>
            <ac:spMk id="9" creationId="{18873D23-2DCF-4B31-A009-95721C06E8E1}"/>
          </ac:spMkLst>
        </pc:spChg>
        <pc:spChg chg="add del">
          <ac:chgData name="Navya Nalli" userId="e9be02a013d54453" providerId="LiveId" clId="{C7B466AC-8FE0-441F-8AC7-154D46FC4EC4}" dt="2026-03-26T19:32:38.419" v="568" actId="26606"/>
          <ac:spMkLst>
            <pc:docMk/>
            <pc:sldMk cId="788631516" sldId="262"/>
            <ac:spMk id="10" creationId="{345A976A-8DE3-4B67-B94B-2044FDD12899}"/>
          </ac:spMkLst>
        </pc:spChg>
        <pc:spChg chg="add del">
          <ac:chgData name="Navya Nalli" userId="e9be02a013d54453" providerId="LiveId" clId="{C7B466AC-8FE0-441F-8AC7-154D46FC4EC4}" dt="2026-03-26T19:32:30.616" v="566" actId="26606"/>
          <ac:spMkLst>
            <pc:docMk/>
            <pc:sldMk cId="788631516" sldId="262"/>
            <ac:spMk id="11" creationId="{C13EF075-D4EF-4929-ADBC-91B27DA19955}"/>
          </ac:spMkLst>
        </pc:spChg>
        <pc:spChg chg="add del">
          <ac:chgData name="Navya Nalli" userId="e9be02a013d54453" providerId="LiveId" clId="{C7B466AC-8FE0-441F-8AC7-154D46FC4EC4}" dt="2026-03-26T19:32:38.419" v="568" actId="26606"/>
          <ac:spMkLst>
            <pc:docMk/>
            <pc:sldMk cId="788631516" sldId="262"/>
            <ac:spMk id="12" creationId="{6EAAA1B9-2DDB-49C9-A037-A523D2F13C15}"/>
          </ac:spMkLst>
        </pc:spChg>
        <pc:spChg chg="add">
          <ac:chgData name="Navya Nalli" userId="e9be02a013d54453" providerId="LiveId" clId="{C7B466AC-8FE0-441F-8AC7-154D46FC4EC4}" dt="2026-03-26T19:32:38.440" v="569" actId="26606"/>
          <ac:spMkLst>
            <pc:docMk/>
            <pc:sldMk cId="788631516" sldId="262"/>
            <ac:spMk id="29" creationId="{18873D23-2DCF-4B31-A009-95721C06E8E1}"/>
          </ac:spMkLst>
        </pc:spChg>
        <pc:spChg chg="add">
          <ac:chgData name="Navya Nalli" userId="e9be02a013d54453" providerId="LiveId" clId="{C7B466AC-8FE0-441F-8AC7-154D46FC4EC4}" dt="2026-03-26T19:32:38.440" v="569" actId="26606"/>
          <ac:spMkLst>
            <pc:docMk/>
            <pc:sldMk cId="788631516" sldId="262"/>
            <ac:spMk id="30" creationId="{C13EF075-D4EF-4929-ADBC-91B27DA19955}"/>
          </ac:spMkLst>
        </pc:spChg>
        <pc:spChg chg="add mod">
          <ac:chgData name="Navya Nalli" userId="e9be02a013d54453" providerId="LiveId" clId="{C7B466AC-8FE0-441F-8AC7-154D46FC4EC4}" dt="2026-03-27T00:13:57.401" v="831" actId="255"/>
          <ac:spMkLst>
            <pc:docMk/>
            <pc:sldMk cId="788631516" sldId="262"/>
            <ac:spMk id="32" creationId="{87532250-D390-0A55-438F-46F38036B1AA}"/>
          </ac:spMkLst>
        </pc:spChg>
        <pc:grpChg chg="add del">
          <ac:chgData name="Navya Nalli" userId="e9be02a013d54453" providerId="LiveId" clId="{C7B466AC-8FE0-441F-8AC7-154D46FC4EC4}" dt="2026-03-26T19:32:30.616" v="566" actId="26606"/>
          <ac:grpSpMkLst>
            <pc:docMk/>
            <pc:sldMk cId="788631516" sldId="262"/>
            <ac:grpSpMk id="13" creationId="{DAA26DFA-AAB2-4973-9C17-16D587C7B198}"/>
          </ac:grpSpMkLst>
        </pc:grpChg>
        <pc:grpChg chg="add del">
          <ac:chgData name="Navya Nalli" userId="e9be02a013d54453" providerId="LiveId" clId="{C7B466AC-8FE0-441F-8AC7-154D46FC4EC4}" dt="2026-03-26T19:32:38.419" v="568" actId="26606"/>
          <ac:grpSpMkLst>
            <pc:docMk/>
            <pc:sldMk cId="788631516" sldId="262"/>
            <ac:grpSpMk id="19" creationId="{76566969-F813-4CC5-B3E9-363D85B55C3B}"/>
          </ac:grpSpMkLst>
        </pc:grpChg>
        <pc:grpChg chg="add del">
          <ac:chgData name="Navya Nalli" userId="e9be02a013d54453" providerId="LiveId" clId="{C7B466AC-8FE0-441F-8AC7-154D46FC4EC4}" dt="2026-03-26T19:32:38.419" v="568" actId="26606"/>
          <ac:grpSpMkLst>
            <pc:docMk/>
            <pc:sldMk cId="788631516" sldId="262"/>
            <ac:grpSpMk id="20" creationId="{0217D733-97B6-4C43-AF0C-5E3CB0EA132A}"/>
          </ac:grpSpMkLst>
        </pc:grpChg>
        <pc:grpChg chg="add">
          <ac:chgData name="Navya Nalli" userId="e9be02a013d54453" providerId="LiveId" clId="{C7B466AC-8FE0-441F-8AC7-154D46FC4EC4}" dt="2026-03-26T19:32:38.440" v="569" actId="26606"/>
          <ac:grpSpMkLst>
            <pc:docMk/>
            <pc:sldMk cId="788631516" sldId="262"/>
            <ac:grpSpMk id="31" creationId="{DAA26DFA-AAB2-4973-9C17-16D587C7B198}"/>
          </ac:grpSpMkLst>
        </pc:grpChg>
        <pc:graphicFrameChg chg="add del">
          <ac:chgData name="Navya Nalli" userId="e9be02a013d54453" providerId="LiveId" clId="{C7B466AC-8FE0-441F-8AC7-154D46FC4EC4}" dt="2026-03-26T19:32:38.419" v="568" actId="26606"/>
          <ac:graphicFrameMkLst>
            <pc:docMk/>
            <pc:sldMk cId="788631516" sldId="262"/>
            <ac:graphicFrameMk id="6" creationId="{2F7BCF7D-A13E-08EE-276E-EFE912687A39}"/>
          </ac:graphicFrameMkLst>
        </pc:graphicFrameChg>
      </pc:sldChg>
      <pc:sldChg chg="new del">
        <pc:chgData name="Navya Nalli" userId="e9be02a013d54453" providerId="LiveId" clId="{C7B466AC-8FE0-441F-8AC7-154D46FC4EC4}" dt="2026-03-26T17:22:04.856" v="65" actId="2696"/>
        <pc:sldMkLst>
          <pc:docMk/>
          <pc:sldMk cId="1158592684" sldId="262"/>
        </pc:sldMkLst>
      </pc:sldChg>
      <pc:sldChg chg="modSp new del">
        <pc:chgData name="Navya Nalli" userId="e9be02a013d54453" providerId="LiveId" clId="{C7B466AC-8FE0-441F-8AC7-154D46FC4EC4}" dt="2026-03-26T17:38:01.761" v="86" actId="2696"/>
        <pc:sldMkLst>
          <pc:docMk/>
          <pc:sldMk cId="3123258494" sldId="263"/>
        </pc:sldMkLst>
        <pc:spChg chg="mod">
          <ac:chgData name="Navya Nalli" userId="e9be02a013d54453" providerId="LiveId" clId="{C7B466AC-8FE0-441F-8AC7-154D46FC4EC4}" dt="2026-03-26T17:22:43.973" v="66"/>
          <ac:spMkLst>
            <pc:docMk/>
            <pc:sldMk cId="3123258494" sldId="263"/>
            <ac:spMk id="2" creationId="{8AE769F9-7773-7A56-EB8D-F86344786ADB}"/>
          </ac:spMkLst>
        </pc:spChg>
        <pc:spChg chg="mod">
          <ac:chgData name="Navya Nalli" userId="e9be02a013d54453" providerId="LiveId" clId="{C7B466AC-8FE0-441F-8AC7-154D46FC4EC4}" dt="2026-03-26T17:24:38.889" v="68"/>
          <ac:spMkLst>
            <pc:docMk/>
            <pc:sldMk cId="3123258494" sldId="263"/>
            <ac:spMk id="3" creationId="{AF15E342-8A5E-589A-BCBC-C423A43644C0}"/>
          </ac:spMkLst>
        </pc:spChg>
      </pc:sldChg>
      <pc:sldChg chg="addSp delSp modSp new mod setBg">
        <pc:chgData name="Navya Nalli" userId="e9be02a013d54453" providerId="LiveId" clId="{C7B466AC-8FE0-441F-8AC7-154D46FC4EC4}" dt="2026-03-27T00:09:51.256" v="817" actId="20577"/>
        <pc:sldMkLst>
          <pc:docMk/>
          <pc:sldMk cId="3320028393" sldId="263"/>
        </pc:sldMkLst>
        <pc:spChg chg="mod">
          <ac:chgData name="Navya Nalli" userId="e9be02a013d54453" providerId="LiveId" clId="{C7B466AC-8FE0-441F-8AC7-154D46FC4EC4}" dt="2026-03-26T19:46:15.112" v="635" actId="1076"/>
          <ac:spMkLst>
            <pc:docMk/>
            <pc:sldMk cId="3320028393" sldId="263"/>
            <ac:spMk id="2" creationId="{3E60ECCD-6C52-022A-4DE9-DDC4DF060549}"/>
          </ac:spMkLst>
        </pc:spChg>
        <pc:spChg chg="del">
          <ac:chgData name="Navya Nalli" userId="e9be02a013d54453" providerId="LiveId" clId="{C7B466AC-8FE0-441F-8AC7-154D46FC4EC4}" dt="2026-03-26T17:54:26.609" v="124"/>
          <ac:spMkLst>
            <pc:docMk/>
            <pc:sldMk cId="3320028393" sldId="263"/>
            <ac:spMk id="3" creationId="{4E669B0E-42E9-1D63-0688-F9E85E4D146A}"/>
          </ac:spMkLst>
        </pc:spChg>
        <pc:spChg chg="add del mod">
          <ac:chgData name="Navya Nalli" userId="e9be02a013d54453" providerId="LiveId" clId="{C7B466AC-8FE0-441F-8AC7-154D46FC4EC4}" dt="2026-03-26T19:33:24.795" v="580" actId="26606"/>
          <ac:spMkLst>
            <pc:docMk/>
            <pc:sldMk cId="3320028393" sldId="263"/>
            <ac:spMk id="4" creationId="{06B3F10B-939D-04B6-05DE-AA244262D905}"/>
          </ac:spMkLst>
        </pc:spChg>
        <pc:spChg chg="add">
          <ac:chgData name="Navya Nalli" userId="e9be02a013d54453" providerId="LiveId" clId="{C7B466AC-8FE0-441F-8AC7-154D46FC4EC4}" dt="2026-03-26T17:55:50.760" v="130"/>
          <ac:spMkLst>
            <pc:docMk/>
            <pc:sldMk cId="3320028393" sldId="263"/>
            <ac:spMk id="5" creationId="{32CF7D70-8E19-5F3F-92C8-71E35CCBC47E}"/>
          </ac:spMkLst>
        </pc:spChg>
        <pc:spChg chg="add del">
          <ac:chgData name="Navya Nalli" userId="e9be02a013d54453" providerId="LiveId" clId="{C7B466AC-8FE0-441F-8AC7-154D46FC4EC4}" dt="2026-03-26T19:33:24.795" v="580" actId="26606"/>
          <ac:spMkLst>
            <pc:docMk/>
            <pc:sldMk cId="3320028393" sldId="263"/>
            <ac:spMk id="9" creationId="{D038248A-211C-4EEC-8401-C761B929FB52}"/>
          </ac:spMkLst>
        </pc:spChg>
        <pc:spChg chg="add del">
          <ac:chgData name="Navya Nalli" userId="e9be02a013d54453" providerId="LiveId" clId="{C7B466AC-8FE0-441F-8AC7-154D46FC4EC4}" dt="2026-03-26T19:33:24.795" v="580" actId="26606"/>
          <ac:spMkLst>
            <pc:docMk/>
            <pc:sldMk cId="3320028393" sldId="263"/>
            <ac:spMk id="11" creationId="{C30A849F-66D9-40C8-BEC8-35AFF8F4568F}"/>
          </ac:spMkLst>
        </pc:spChg>
        <pc:spChg chg="add del">
          <ac:chgData name="Navya Nalli" userId="e9be02a013d54453" providerId="LiveId" clId="{C7B466AC-8FE0-441F-8AC7-154D46FC4EC4}" dt="2026-03-26T19:32:52.360" v="571" actId="26606"/>
          <ac:spMkLst>
            <pc:docMk/>
            <pc:sldMk cId="3320028393" sldId="263"/>
            <ac:spMk id="28" creationId="{18873D23-2DCF-4B31-A009-95721C06E8E1}"/>
          </ac:spMkLst>
        </pc:spChg>
        <pc:spChg chg="add del">
          <ac:chgData name="Navya Nalli" userId="e9be02a013d54453" providerId="LiveId" clId="{C7B466AC-8FE0-441F-8AC7-154D46FC4EC4}" dt="2026-03-26T19:32:52.360" v="571" actId="26606"/>
          <ac:spMkLst>
            <pc:docMk/>
            <pc:sldMk cId="3320028393" sldId="263"/>
            <ac:spMk id="30" creationId="{C13EF075-D4EF-4929-ADBC-91B27DA19955}"/>
          </ac:spMkLst>
        </pc:spChg>
        <pc:spChg chg="add del">
          <ac:chgData name="Navya Nalli" userId="e9be02a013d54453" providerId="LiveId" clId="{C7B466AC-8FE0-441F-8AC7-154D46FC4EC4}" dt="2026-03-26T19:32:57.322" v="573" actId="26606"/>
          <ac:spMkLst>
            <pc:docMk/>
            <pc:sldMk cId="3320028393" sldId="263"/>
            <ac:spMk id="38" creationId="{B50AB553-2A96-4A92-96F2-93548E096954}"/>
          </ac:spMkLst>
        </pc:spChg>
        <pc:spChg chg="add del">
          <ac:chgData name="Navya Nalli" userId="e9be02a013d54453" providerId="LiveId" clId="{C7B466AC-8FE0-441F-8AC7-154D46FC4EC4}" dt="2026-03-26T19:32:58.780" v="575" actId="26606"/>
          <ac:spMkLst>
            <pc:docMk/>
            <pc:sldMk cId="3320028393" sldId="263"/>
            <ac:spMk id="40" creationId="{889C5E17-24D0-4696-A3C5-A2261FB455FA}"/>
          </ac:spMkLst>
        </pc:spChg>
        <pc:spChg chg="add del">
          <ac:chgData name="Navya Nalli" userId="e9be02a013d54453" providerId="LiveId" clId="{C7B466AC-8FE0-441F-8AC7-154D46FC4EC4}" dt="2026-03-26T19:32:58.780" v="575" actId="26606"/>
          <ac:spMkLst>
            <pc:docMk/>
            <pc:sldMk cId="3320028393" sldId="263"/>
            <ac:spMk id="41" creationId="{6929B58F-2358-44CC-ACE5-EF1BD3C6C824}"/>
          </ac:spMkLst>
        </pc:spChg>
        <pc:spChg chg="add del">
          <ac:chgData name="Navya Nalli" userId="e9be02a013d54453" providerId="LiveId" clId="{C7B466AC-8FE0-441F-8AC7-154D46FC4EC4}" dt="2026-03-26T19:32:58.780" v="575" actId="26606"/>
          <ac:spMkLst>
            <pc:docMk/>
            <pc:sldMk cId="3320028393" sldId="263"/>
            <ac:spMk id="43" creationId="{06B3F10B-939D-04B6-05DE-AA244262D905}"/>
          </ac:spMkLst>
        </pc:spChg>
        <pc:spChg chg="add del">
          <ac:chgData name="Navya Nalli" userId="e9be02a013d54453" providerId="LiveId" clId="{C7B466AC-8FE0-441F-8AC7-154D46FC4EC4}" dt="2026-03-26T19:33:01.200" v="577" actId="26606"/>
          <ac:spMkLst>
            <pc:docMk/>
            <pc:sldMk cId="3320028393" sldId="263"/>
            <ac:spMk id="45" creationId="{87BF42CA-AD55-48B4-8949-C4DCA60A6AEE}"/>
          </ac:spMkLst>
        </pc:spChg>
        <pc:spChg chg="add del">
          <ac:chgData name="Navya Nalli" userId="e9be02a013d54453" providerId="LiveId" clId="{C7B466AC-8FE0-441F-8AC7-154D46FC4EC4}" dt="2026-03-26T19:33:01.200" v="577" actId="26606"/>
          <ac:spMkLst>
            <pc:docMk/>
            <pc:sldMk cId="3320028393" sldId="263"/>
            <ac:spMk id="46" creationId="{66AE1D3D-3106-4CB2-AA7C-0C1642AC0F2E}"/>
          </ac:spMkLst>
        </pc:spChg>
        <pc:spChg chg="add del">
          <ac:chgData name="Navya Nalli" userId="e9be02a013d54453" providerId="LiveId" clId="{C7B466AC-8FE0-441F-8AC7-154D46FC4EC4}" dt="2026-03-26T19:33:01.200" v="577" actId="26606"/>
          <ac:spMkLst>
            <pc:docMk/>
            <pc:sldMk cId="3320028393" sldId="263"/>
            <ac:spMk id="51" creationId="{06B3F10B-939D-04B6-05DE-AA244262D905}"/>
          </ac:spMkLst>
        </pc:spChg>
        <pc:spChg chg="add del">
          <ac:chgData name="Navya Nalli" userId="e9be02a013d54453" providerId="LiveId" clId="{C7B466AC-8FE0-441F-8AC7-154D46FC4EC4}" dt="2026-03-26T19:33:24.795" v="579" actId="26606"/>
          <ac:spMkLst>
            <pc:docMk/>
            <pc:sldMk cId="3320028393" sldId="263"/>
            <ac:spMk id="53" creationId="{A0339EE9-5436-4860-BBFC-7CD7C90DBAE8}"/>
          </ac:spMkLst>
        </pc:spChg>
        <pc:spChg chg="add del">
          <ac:chgData name="Navya Nalli" userId="e9be02a013d54453" providerId="LiveId" clId="{C7B466AC-8FE0-441F-8AC7-154D46FC4EC4}" dt="2026-03-26T19:33:24.795" v="579" actId="26606"/>
          <ac:spMkLst>
            <pc:docMk/>
            <pc:sldMk cId="3320028393" sldId="263"/>
            <ac:spMk id="54" creationId="{AA770EBD-5B77-46EC-BF58-EF27ACD6B47C}"/>
          </ac:spMkLst>
        </pc:spChg>
        <pc:spChg chg="add del">
          <ac:chgData name="Navya Nalli" userId="e9be02a013d54453" providerId="LiveId" clId="{C7B466AC-8FE0-441F-8AC7-154D46FC4EC4}" dt="2026-03-26T19:33:24.795" v="579" actId="26606"/>
          <ac:spMkLst>
            <pc:docMk/>
            <pc:sldMk cId="3320028393" sldId="263"/>
            <ac:spMk id="55" creationId="{06B3F10B-939D-04B6-05DE-AA244262D905}"/>
          </ac:spMkLst>
        </pc:spChg>
        <pc:spChg chg="add">
          <ac:chgData name="Navya Nalli" userId="e9be02a013d54453" providerId="LiveId" clId="{C7B466AC-8FE0-441F-8AC7-154D46FC4EC4}" dt="2026-03-26T19:33:24.795" v="580" actId="26606"/>
          <ac:spMkLst>
            <pc:docMk/>
            <pc:sldMk cId="3320028393" sldId="263"/>
            <ac:spMk id="57" creationId="{D038248A-211C-4EEC-8401-C761B929FB52}"/>
          </ac:spMkLst>
        </pc:spChg>
        <pc:spChg chg="add">
          <ac:chgData name="Navya Nalli" userId="e9be02a013d54453" providerId="LiveId" clId="{C7B466AC-8FE0-441F-8AC7-154D46FC4EC4}" dt="2026-03-26T19:33:24.795" v="580" actId="26606"/>
          <ac:spMkLst>
            <pc:docMk/>
            <pc:sldMk cId="3320028393" sldId="263"/>
            <ac:spMk id="58" creationId="{C30A849F-66D9-40C8-BEC8-35AFF8F4568F}"/>
          </ac:spMkLst>
        </pc:spChg>
        <pc:spChg chg="add mod">
          <ac:chgData name="Navya Nalli" userId="e9be02a013d54453" providerId="LiveId" clId="{C7B466AC-8FE0-441F-8AC7-154D46FC4EC4}" dt="2026-03-27T00:09:51.256" v="817" actId="20577"/>
          <ac:spMkLst>
            <pc:docMk/>
            <pc:sldMk cId="3320028393" sldId="263"/>
            <ac:spMk id="60" creationId="{06B3F10B-939D-04B6-05DE-AA244262D905}"/>
          </ac:spMkLst>
        </pc:spChg>
        <pc:grpChg chg="add del">
          <ac:chgData name="Navya Nalli" userId="e9be02a013d54453" providerId="LiveId" clId="{C7B466AC-8FE0-441F-8AC7-154D46FC4EC4}" dt="2026-03-26T19:33:24.795" v="580" actId="26606"/>
          <ac:grpSpMkLst>
            <pc:docMk/>
            <pc:sldMk cId="3320028393" sldId="263"/>
            <ac:grpSpMk id="13" creationId="{04542298-A2B1-480F-A11C-A40EDD19B857}"/>
          </ac:grpSpMkLst>
        </pc:grpChg>
        <pc:grpChg chg="add del">
          <ac:chgData name="Navya Nalli" userId="e9be02a013d54453" providerId="LiveId" clId="{C7B466AC-8FE0-441F-8AC7-154D46FC4EC4}" dt="2026-03-26T19:33:24.795" v="580" actId="26606"/>
          <ac:grpSpMkLst>
            <pc:docMk/>
            <pc:sldMk cId="3320028393" sldId="263"/>
            <ac:grpSpMk id="19" creationId="{2A5C9C35-2375-49EB-B99C-17C87D42FE7C}"/>
          </ac:grpSpMkLst>
        </pc:grpChg>
        <pc:grpChg chg="add del">
          <ac:chgData name="Navya Nalli" userId="e9be02a013d54453" providerId="LiveId" clId="{C7B466AC-8FE0-441F-8AC7-154D46FC4EC4}" dt="2026-03-26T19:32:52.360" v="571" actId="26606"/>
          <ac:grpSpMkLst>
            <pc:docMk/>
            <pc:sldMk cId="3320028393" sldId="263"/>
            <ac:grpSpMk id="32" creationId="{DAA26DFA-AAB2-4973-9C17-16D587C7B198}"/>
          </ac:grpSpMkLst>
        </pc:grpChg>
        <pc:grpChg chg="add del">
          <ac:chgData name="Navya Nalli" userId="e9be02a013d54453" providerId="LiveId" clId="{C7B466AC-8FE0-441F-8AC7-154D46FC4EC4}" dt="2026-03-26T19:32:58.780" v="575" actId="26606"/>
          <ac:grpSpMkLst>
            <pc:docMk/>
            <pc:sldMk cId="3320028393" sldId="263"/>
            <ac:grpSpMk id="42" creationId="{09DA5303-A1AF-4830-806C-51FCD96188B7}"/>
          </ac:grpSpMkLst>
        </pc:grpChg>
        <pc:grpChg chg="add del">
          <ac:chgData name="Navya Nalli" userId="e9be02a013d54453" providerId="LiveId" clId="{C7B466AC-8FE0-441F-8AC7-154D46FC4EC4}" dt="2026-03-26T19:33:01.200" v="577" actId="26606"/>
          <ac:grpSpMkLst>
            <pc:docMk/>
            <pc:sldMk cId="3320028393" sldId="263"/>
            <ac:grpSpMk id="47" creationId="{0A31B6AF-B711-4CDB-8C2B-16E963DDC4C5}"/>
          </ac:grpSpMkLst>
        </pc:grpChg>
        <pc:grpChg chg="add">
          <ac:chgData name="Navya Nalli" userId="e9be02a013d54453" providerId="LiveId" clId="{C7B466AC-8FE0-441F-8AC7-154D46FC4EC4}" dt="2026-03-26T19:33:24.795" v="580" actId="26606"/>
          <ac:grpSpMkLst>
            <pc:docMk/>
            <pc:sldMk cId="3320028393" sldId="263"/>
            <ac:grpSpMk id="59" creationId="{04542298-A2B1-480F-A11C-A40EDD19B857}"/>
          </ac:grpSpMkLst>
        </pc:grpChg>
        <pc:grpChg chg="add">
          <ac:chgData name="Navya Nalli" userId="e9be02a013d54453" providerId="LiveId" clId="{C7B466AC-8FE0-441F-8AC7-154D46FC4EC4}" dt="2026-03-26T19:33:24.795" v="580" actId="26606"/>
          <ac:grpSpMkLst>
            <pc:docMk/>
            <pc:sldMk cId="3320028393" sldId="263"/>
            <ac:grpSpMk id="61" creationId="{2A5C9C35-2375-49EB-B99C-17C87D42FE7C}"/>
          </ac:grpSpMkLst>
        </pc:grpChg>
        <pc:graphicFrameChg chg="add del">
          <ac:chgData name="Navya Nalli" userId="e9be02a013d54453" providerId="LiveId" clId="{C7B466AC-8FE0-441F-8AC7-154D46FC4EC4}" dt="2026-03-26T19:32:57.322" v="573" actId="26606"/>
          <ac:graphicFrameMkLst>
            <pc:docMk/>
            <pc:sldMk cId="3320028393" sldId="263"/>
            <ac:graphicFrameMk id="25" creationId="{6E52C62C-35F2-31C4-6D75-32FB4D93D8BE}"/>
          </ac:graphicFrameMkLst>
        </pc:graphicFrameChg>
        <pc:picChg chg="add del">
          <ac:chgData name="Navya Nalli" userId="e9be02a013d54453" providerId="LiveId" clId="{C7B466AC-8FE0-441F-8AC7-154D46FC4EC4}" dt="2026-03-26T19:32:57.322" v="573" actId="26606"/>
          <ac:picMkLst>
            <pc:docMk/>
            <pc:sldMk cId="3320028393" sldId="263"/>
            <ac:picMk id="26" creationId="{FD0ABAB3-524D-0B5D-001C-6A4AE8EA7D47}"/>
          </ac:picMkLst>
        </pc:picChg>
      </pc:sldChg>
      <pc:sldChg chg="new del">
        <pc:chgData name="Navya Nalli" userId="e9be02a013d54453" providerId="LiveId" clId="{C7B466AC-8FE0-441F-8AC7-154D46FC4EC4}" dt="2026-03-26T17:52:17.231" v="121" actId="2696"/>
        <pc:sldMkLst>
          <pc:docMk/>
          <pc:sldMk cId="4112918352" sldId="263"/>
        </pc:sldMkLst>
      </pc:sldChg>
      <pc:sldChg chg="addSp delSp modSp new del mod">
        <pc:chgData name="Navya Nalli" userId="e9be02a013d54453" providerId="LiveId" clId="{C7B466AC-8FE0-441F-8AC7-154D46FC4EC4}" dt="2026-03-26T18:03:04.012" v="143" actId="2696"/>
        <pc:sldMkLst>
          <pc:docMk/>
          <pc:sldMk cId="241313746" sldId="264"/>
        </pc:sldMkLst>
        <pc:spChg chg="mod">
          <ac:chgData name="Navya Nalli" userId="e9be02a013d54453" providerId="LiveId" clId="{C7B466AC-8FE0-441F-8AC7-154D46FC4EC4}" dt="2026-03-26T17:56:17.290" v="134"/>
          <ac:spMkLst>
            <pc:docMk/>
            <pc:sldMk cId="241313746" sldId="264"/>
            <ac:spMk id="2" creationId="{387A4E96-117B-9BAF-757E-98FA4C79EF96}"/>
          </ac:spMkLst>
        </pc:spChg>
        <pc:spChg chg="del">
          <ac:chgData name="Navya Nalli" userId="e9be02a013d54453" providerId="LiveId" clId="{C7B466AC-8FE0-441F-8AC7-154D46FC4EC4}" dt="2026-03-26T17:56:05.957" v="133"/>
          <ac:spMkLst>
            <pc:docMk/>
            <pc:sldMk cId="241313746" sldId="264"/>
            <ac:spMk id="3" creationId="{08270342-3012-FB64-9E6C-9BC8A02A438A}"/>
          </ac:spMkLst>
        </pc:spChg>
        <pc:spChg chg="add mod">
          <ac:chgData name="Navya Nalli" userId="e9be02a013d54453" providerId="LiveId" clId="{C7B466AC-8FE0-441F-8AC7-154D46FC4EC4}" dt="2026-03-26T17:57:05.454" v="142" actId="12"/>
          <ac:spMkLst>
            <pc:docMk/>
            <pc:sldMk cId="241313746" sldId="264"/>
            <ac:spMk id="4" creationId="{2B73B3F9-FC8B-E577-D992-44344286D54A}"/>
          </ac:spMkLst>
        </pc:spChg>
      </pc:sldChg>
      <pc:sldChg chg="addSp delSp modSp new mod setBg">
        <pc:chgData name="Navya Nalli" userId="e9be02a013d54453" providerId="LiveId" clId="{C7B466AC-8FE0-441F-8AC7-154D46FC4EC4}" dt="2026-03-27T00:14:30.687" v="834" actId="255"/>
        <pc:sldMkLst>
          <pc:docMk/>
          <pc:sldMk cId="1527834305" sldId="264"/>
        </pc:sldMkLst>
        <pc:spChg chg="mod">
          <ac:chgData name="Navya Nalli" userId="e9be02a013d54453" providerId="LiveId" clId="{C7B466AC-8FE0-441F-8AC7-154D46FC4EC4}" dt="2026-03-26T19:42:55.729" v="621" actId="113"/>
          <ac:spMkLst>
            <pc:docMk/>
            <pc:sldMk cId="1527834305" sldId="264"/>
            <ac:spMk id="2" creationId="{CA134BD8-E6FC-19A0-C3C1-C60B024E0FEE}"/>
          </ac:spMkLst>
        </pc:spChg>
        <pc:spChg chg="del">
          <ac:chgData name="Navya Nalli" userId="e9be02a013d54453" providerId="LiveId" clId="{C7B466AC-8FE0-441F-8AC7-154D46FC4EC4}" dt="2026-03-26T18:03:20.200" v="146"/>
          <ac:spMkLst>
            <pc:docMk/>
            <pc:sldMk cId="1527834305" sldId="264"/>
            <ac:spMk id="3" creationId="{23A7F224-0AD2-F4A2-FA18-007733AD5537}"/>
          </ac:spMkLst>
        </pc:spChg>
        <pc:spChg chg="add mod">
          <ac:chgData name="Navya Nalli" userId="e9be02a013d54453" providerId="LiveId" clId="{C7B466AC-8FE0-441F-8AC7-154D46FC4EC4}" dt="2026-03-27T00:14:30.687" v="834" actId="255"/>
          <ac:spMkLst>
            <pc:docMk/>
            <pc:sldMk cId="1527834305" sldId="264"/>
            <ac:spMk id="4" creationId="{49AD7A83-3D04-5CD9-3F0C-02C611C83049}"/>
          </ac:spMkLst>
        </pc:spChg>
        <pc:spChg chg="add del">
          <ac:chgData name="Navya Nalli" userId="e9be02a013d54453" providerId="LiveId" clId="{C7B466AC-8FE0-441F-8AC7-154D46FC4EC4}" dt="2026-03-26T19:33:33.895" v="582" actId="26606"/>
          <ac:spMkLst>
            <pc:docMk/>
            <pc:sldMk cId="1527834305" sldId="264"/>
            <ac:spMk id="9" creationId="{889C5E17-24D0-4696-A3C5-A2261FB455FA}"/>
          </ac:spMkLst>
        </pc:spChg>
        <pc:spChg chg="add del">
          <ac:chgData name="Navya Nalli" userId="e9be02a013d54453" providerId="LiveId" clId="{C7B466AC-8FE0-441F-8AC7-154D46FC4EC4}" dt="2026-03-26T19:33:33.895" v="582" actId="26606"/>
          <ac:spMkLst>
            <pc:docMk/>
            <pc:sldMk cId="1527834305" sldId="264"/>
            <ac:spMk id="11" creationId="{6929B58F-2358-44CC-ACE5-EF1BD3C6C824}"/>
          </ac:spMkLst>
        </pc:spChg>
        <pc:spChg chg="add">
          <ac:chgData name="Navya Nalli" userId="e9be02a013d54453" providerId="LiveId" clId="{C7B466AC-8FE0-441F-8AC7-154D46FC4EC4}" dt="2026-03-26T19:33:33.911" v="583" actId="26606"/>
          <ac:spMkLst>
            <pc:docMk/>
            <pc:sldMk cId="1527834305" sldId="264"/>
            <ac:spMk id="18" creationId="{D038248A-211C-4EEC-8401-C761B929FB52}"/>
          </ac:spMkLst>
        </pc:spChg>
        <pc:spChg chg="add">
          <ac:chgData name="Navya Nalli" userId="e9be02a013d54453" providerId="LiveId" clId="{C7B466AC-8FE0-441F-8AC7-154D46FC4EC4}" dt="2026-03-26T19:33:33.911" v="583" actId="26606"/>
          <ac:spMkLst>
            <pc:docMk/>
            <pc:sldMk cId="1527834305" sldId="264"/>
            <ac:spMk id="24" creationId="{C30A849F-66D9-40C8-BEC8-35AFF8F4568F}"/>
          </ac:spMkLst>
        </pc:spChg>
        <pc:grpChg chg="add del">
          <ac:chgData name="Navya Nalli" userId="e9be02a013d54453" providerId="LiveId" clId="{C7B466AC-8FE0-441F-8AC7-154D46FC4EC4}" dt="2026-03-26T19:33:33.895" v="582" actId="26606"/>
          <ac:grpSpMkLst>
            <pc:docMk/>
            <pc:sldMk cId="1527834305" sldId="264"/>
            <ac:grpSpMk id="13" creationId="{09DA5303-A1AF-4830-806C-51FCD96188B7}"/>
          </ac:grpSpMkLst>
        </pc:grpChg>
        <pc:grpChg chg="add">
          <ac:chgData name="Navya Nalli" userId="e9be02a013d54453" providerId="LiveId" clId="{C7B466AC-8FE0-441F-8AC7-154D46FC4EC4}" dt="2026-03-26T19:33:33.911" v="583" actId="26606"/>
          <ac:grpSpMkLst>
            <pc:docMk/>
            <pc:sldMk cId="1527834305" sldId="264"/>
            <ac:grpSpMk id="19" creationId="{2A5C9C35-2375-49EB-B99C-17C87D42FE7C}"/>
          </ac:grpSpMkLst>
        </pc:grpChg>
        <pc:grpChg chg="add">
          <ac:chgData name="Navya Nalli" userId="e9be02a013d54453" providerId="LiveId" clId="{C7B466AC-8FE0-441F-8AC7-154D46FC4EC4}" dt="2026-03-26T19:33:33.911" v="583" actId="26606"/>
          <ac:grpSpMkLst>
            <pc:docMk/>
            <pc:sldMk cId="1527834305" sldId="264"/>
            <ac:grpSpMk id="25" creationId="{04542298-A2B1-480F-A11C-A40EDD19B857}"/>
          </ac:grpSpMkLst>
        </pc:grpChg>
      </pc:sldChg>
      <pc:sldChg chg="addSp delSp modSp new mod setBg addAnim delAnim">
        <pc:chgData name="Navya Nalli" userId="e9be02a013d54453" providerId="LiveId" clId="{C7B466AC-8FE0-441F-8AC7-154D46FC4EC4}" dt="2026-03-27T00:14:53.321" v="836" actId="2711"/>
        <pc:sldMkLst>
          <pc:docMk/>
          <pc:sldMk cId="3636972516" sldId="265"/>
        </pc:sldMkLst>
        <pc:spChg chg="mod">
          <ac:chgData name="Navya Nalli" userId="e9be02a013d54453" providerId="LiveId" clId="{C7B466AC-8FE0-441F-8AC7-154D46FC4EC4}" dt="2026-03-26T19:45:19.316" v="630" actId="255"/>
          <ac:spMkLst>
            <pc:docMk/>
            <pc:sldMk cId="3636972516" sldId="265"/>
            <ac:spMk id="2" creationId="{0B6C565B-0E15-0A1F-22FA-CA1C4C15A989}"/>
          </ac:spMkLst>
        </pc:spChg>
        <pc:spChg chg="mod">
          <ac:chgData name="Navya Nalli" userId="e9be02a013d54453" providerId="LiveId" clId="{C7B466AC-8FE0-441F-8AC7-154D46FC4EC4}" dt="2026-03-27T00:14:53.321" v="836" actId="2711"/>
          <ac:spMkLst>
            <pc:docMk/>
            <pc:sldMk cId="3636972516" sldId="265"/>
            <ac:spMk id="3" creationId="{1F39D646-535C-42F3-5E1F-E86AEE3C309D}"/>
          </ac:spMkLst>
        </pc:spChg>
        <pc:spChg chg="add del mod">
          <ac:chgData name="Navya Nalli" userId="e9be02a013d54453" providerId="LiveId" clId="{C7B466AC-8FE0-441F-8AC7-154D46FC4EC4}" dt="2026-03-26T18:08:45.296" v="179"/>
          <ac:spMkLst>
            <pc:docMk/>
            <pc:sldMk cId="3636972516" sldId="265"/>
            <ac:spMk id="5" creationId="{7C131D50-4493-9BB9-F70D-B5F43BBC60A9}"/>
          </ac:spMkLst>
        </pc:spChg>
        <pc:spChg chg="add mod">
          <ac:chgData name="Navya Nalli" userId="e9be02a013d54453" providerId="LiveId" clId="{C7B466AC-8FE0-441F-8AC7-154D46FC4EC4}" dt="2026-03-27T00:14:46.147" v="835" actId="2711"/>
          <ac:spMkLst>
            <pc:docMk/>
            <pc:sldMk cId="3636972516" sldId="265"/>
            <ac:spMk id="6" creationId="{54195983-4A6A-360A-7D83-6FE8CCECF2EF}"/>
          </ac:spMkLst>
        </pc:spChg>
        <pc:spChg chg="add del">
          <ac:chgData name="Navya Nalli" userId="e9be02a013d54453" providerId="LiveId" clId="{C7B466AC-8FE0-441F-8AC7-154D46FC4EC4}" dt="2026-03-26T18:08:27.541" v="168" actId="26606"/>
          <ac:spMkLst>
            <pc:docMk/>
            <pc:sldMk cId="3636972516" sldId="265"/>
            <ac:spMk id="10" creationId="{9B7AD9F6-8CE7-4299-8FC6-328F4DCD3FF9}"/>
          </ac:spMkLst>
        </pc:spChg>
        <pc:spChg chg="add del">
          <ac:chgData name="Navya Nalli" userId="e9be02a013d54453" providerId="LiveId" clId="{C7B466AC-8FE0-441F-8AC7-154D46FC4EC4}" dt="2026-03-26T18:08:27.541" v="168" actId="26606"/>
          <ac:spMkLst>
            <pc:docMk/>
            <pc:sldMk cId="3636972516" sldId="265"/>
            <ac:spMk id="12" creationId="{F49775AF-8896-43EE-92C6-83497D6DC56F}"/>
          </ac:spMkLst>
        </pc:spChg>
        <pc:spChg chg="add del">
          <ac:chgData name="Navya Nalli" userId="e9be02a013d54453" providerId="LiveId" clId="{C7B466AC-8FE0-441F-8AC7-154D46FC4EC4}" dt="2026-03-26T18:08:35.426" v="170" actId="26606"/>
          <ac:spMkLst>
            <pc:docMk/>
            <pc:sldMk cId="3636972516" sldId="265"/>
            <ac:spMk id="14" creationId="{2B97F24A-32CE-4C1C-A50D-3016B394DCFB}"/>
          </ac:spMkLst>
        </pc:spChg>
        <pc:spChg chg="add del">
          <ac:chgData name="Navya Nalli" userId="e9be02a013d54453" providerId="LiveId" clId="{C7B466AC-8FE0-441F-8AC7-154D46FC4EC4}" dt="2026-03-26T18:08:35.426" v="170" actId="26606"/>
          <ac:spMkLst>
            <pc:docMk/>
            <pc:sldMk cId="3636972516" sldId="265"/>
            <ac:spMk id="15" creationId="{CD8B4F24-440B-49E9-B85D-733523DC064B}"/>
          </ac:spMkLst>
        </pc:spChg>
        <pc:spChg chg="add del">
          <ac:chgData name="Navya Nalli" userId="e9be02a013d54453" providerId="LiveId" clId="{C7B466AC-8FE0-441F-8AC7-154D46FC4EC4}" dt="2026-03-26T18:08:37.494" v="172" actId="26606"/>
          <ac:spMkLst>
            <pc:docMk/>
            <pc:sldMk cId="3636972516" sldId="265"/>
            <ac:spMk id="16" creationId="{90F533E9-6690-41A8-A372-4C6C622D028D}"/>
          </ac:spMkLst>
        </pc:spChg>
        <pc:spChg chg="add del">
          <ac:chgData name="Navya Nalli" userId="e9be02a013d54453" providerId="LiveId" clId="{C7B466AC-8FE0-441F-8AC7-154D46FC4EC4}" dt="2026-03-26T18:08:37.494" v="172" actId="26606"/>
          <ac:spMkLst>
            <pc:docMk/>
            <pc:sldMk cId="3636972516" sldId="265"/>
            <ac:spMk id="17" creationId="{BA79A7CF-01AF-4178-9369-94E0C90EB046}"/>
          </ac:spMkLst>
        </pc:spChg>
        <pc:spChg chg="add del">
          <ac:chgData name="Navya Nalli" userId="e9be02a013d54453" providerId="LiveId" clId="{C7B466AC-8FE0-441F-8AC7-154D46FC4EC4}" dt="2026-03-26T18:08:37.494" v="172" actId="26606"/>
          <ac:spMkLst>
            <pc:docMk/>
            <pc:sldMk cId="3636972516" sldId="265"/>
            <ac:spMk id="18" creationId="{99413ED5-9ED4-4772-BCE4-2BCAE6B12E35}"/>
          </ac:spMkLst>
        </pc:spChg>
        <pc:spChg chg="add del">
          <ac:chgData name="Navya Nalli" userId="e9be02a013d54453" providerId="LiveId" clId="{C7B466AC-8FE0-441F-8AC7-154D46FC4EC4}" dt="2026-03-26T18:08:37.494" v="172" actId="26606"/>
          <ac:spMkLst>
            <pc:docMk/>
            <pc:sldMk cId="3636972516" sldId="265"/>
            <ac:spMk id="19" creationId="{04357C93-F0CB-4A1C-8F77-4E9063789819}"/>
          </ac:spMkLst>
        </pc:spChg>
        <pc:spChg chg="add del">
          <ac:chgData name="Navya Nalli" userId="e9be02a013d54453" providerId="LiveId" clId="{C7B466AC-8FE0-441F-8AC7-154D46FC4EC4}" dt="2026-03-26T18:08:40.364" v="174" actId="26606"/>
          <ac:spMkLst>
            <pc:docMk/>
            <pc:sldMk cId="3636972516" sldId="265"/>
            <ac:spMk id="21" creationId="{665DBBEF-238B-476B-96AB-8AAC3224ECEA}"/>
          </ac:spMkLst>
        </pc:spChg>
        <pc:spChg chg="add del">
          <ac:chgData name="Navya Nalli" userId="e9be02a013d54453" providerId="LiveId" clId="{C7B466AC-8FE0-441F-8AC7-154D46FC4EC4}" dt="2026-03-26T18:08:40.364" v="174" actId="26606"/>
          <ac:spMkLst>
            <pc:docMk/>
            <pc:sldMk cId="3636972516" sldId="265"/>
            <ac:spMk id="22" creationId="{3FCFB1DE-0B7E-48CC-BA90-B2AB0889F9D6}"/>
          </ac:spMkLst>
        </pc:spChg>
        <pc:spChg chg="add del">
          <ac:chgData name="Navya Nalli" userId="e9be02a013d54453" providerId="LiveId" clId="{C7B466AC-8FE0-441F-8AC7-154D46FC4EC4}" dt="2026-03-26T18:08:43.553" v="176" actId="26606"/>
          <ac:spMkLst>
            <pc:docMk/>
            <pc:sldMk cId="3636972516" sldId="265"/>
            <ac:spMk id="24" creationId="{19D32F93-50AC-4C46-A5DB-291C60DDB7BD}"/>
          </ac:spMkLst>
        </pc:spChg>
        <pc:spChg chg="add del">
          <ac:chgData name="Navya Nalli" userId="e9be02a013d54453" providerId="LiveId" clId="{C7B466AC-8FE0-441F-8AC7-154D46FC4EC4}" dt="2026-03-26T18:08:43.553" v="176" actId="26606"/>
          <ac:spMkLst>
            <pc:docMk/>
            <pc:sldMk cId="3636972516" sldId="265"/>
            <ac:spMk id="25" creationId="{86FD7672-78BE-4D6F-A711-2CDB79B52DFF}"/>
          </ac:spMkLst>
        </pc:spChg>
        <pc:spChg chg="add del">
          <ac:chgData name="Navya Nalli" userId="e9be02a013d54453" providerId="LiveId" clId="{C7B466AC-8FE0-441F-8AC7-154D46FC4EC4}" dt="2026-03-26T18:08:43.553" v="176" actId="26606"/>
          <ac:spMkLst>
            <pc:docMk/>
            <pc:sldMk cId="3636972516" sldId="265"/>
            <ac:spMk id="26" creationId="{827DC2C4-B485-428A-BF4A-472D2967F47F}"/>
          </ac:spMkLst>
        </pc:spChg>
        <pc:spChg chg="add del">
          <ac:chgData name="Navya Nalli" userId="e9be02a013d54453" providerId="LiveId" clId="{C7B466AC-8FE0-441F-8AC7-154D46FC4EC4}" dt="2026-03-26T18:08:43.553" v="176" actId="26606"/>
          <ac:spMkLst>
            <pc:docMk/>
            <pc:sldMk cId="3636972516" sldId="265"/>
            <ac:spMk id="27" creationId="{4A62647B-1222-407C-8740-5A497612B1F5}"/>
          </ac:spMkLst>
        </pc:spChg>
        <pc:spChg chg="add">
          <ac:chgData name="Navya Nalli" userId="e9be02a013d54453" providerId="LiveId" clId="{C7B466AC-8FE0-441F-8AC7-154D46FC4EC4}" dt="2026-03-26T18:08:43.561" v="177" actId="26606"/>
          <ac:spMkLst>
            <pc:docMk/>
            <pc:sldMk cId="3636972516" sldId="265"/>
            <ac:spMk id="29" creationId="{131BAD53-4E89-4F62-BBB7-26359763ED39}"/>
          </ac:spMkLst>
        </pc:spChg>
        <pc:spChg chg="add">
          <ac:chgData name="Navya Nalli" userId="e9be02a013d54453" providerId="LiveId" clId="{C7B466AC-8FE0-441F-8AC7-154D46FC4EC4}" dt="2026-03-26T18:08:43.561" v="177" actId="26606"/>
          <ac:spMkLst>
            <pc:docMk/>
            <pc:sldMk cId="3636972516" sldId="265"/>
            <ac:spMk id="30" creationId="{62756DA2-40EB-4C6F-B962-5822FFB54FB6}"/>
          </ac:spMkLst>
        </pc:spChg>
        <pc:picChg chg="add mod">
          <ac:chgData name="Navya Nalli" userId="e9be02a013d54453" providerId="LiveId" clId="{C7B466AC-8FE0-441F-8AC7-154D46FC4EC4}" dt="2026-03-26T18:19:32.849" v="256" actId="14100"/>
          <ac:picMkLst>
            <pc:docMk/>
            <pc:sldMk cId="3636972516" sldId="265"/>
            <ac:picMk id="4" creationId="{4968DF14-3537-8E8C-A0E2-F5B62616B9D0}"/>
          </ac:picMkLst>
        </pc:picChg>
        <pc:picChg chg="add mod">
          <ac:chgData name="Navya Nalli" userId="e9be02a013d54453" providerId="LiveId" clId="{C7B466AC-8FE0-441F-8AC7-154D46FC4EC4}" dt="2026-03-26T18:13:27.054" v="207" actId="14100"/>
          <ac:picMkLst>
            <pc:docMk/>
            <pc:sldMk cId="3636972516" sldId="265"/>
            <ac:picMk id="7" creationId="{D1C71629-3C32-9743-BE6D-2E6D35B86734}"/>
          </ac:picMkLst>
        </pc:picChg>
      </pc:sldChg>
      <pc:sldChg chg="addSp modSp new mod setBg">
        <pc:chgData name="Navya Nalli" userId="e9be02a013d54453" providerId="LiveId" clId="{C7B466AC-8FE0-441F-8AC7-154D46FC4EC4}" dt="2026-03-27T01:28:05.735" v="1083" actId="20577"/>
        <pc:sldMkLst>
          <pc:docMk/>
          <pc:sldMk cId="928209136" sldId="266"/>
        </pc:sldMkLst>
        <pc:spChg chg="mod">
          <ac:chgData name="Navya Nalli" userId="e9be02a013d54453" providerId="LiveId" clId="{C7B466AC-8FE0-441F-8AC7-154D46FC4EC4}" dt="2026-03-26T19:45:03.772" v="629" actId="255"/>
          <ac:spMkLst>
            <pc:docMk/>
            <pc:sldMk cId="928209136" sldId="266"/>
            <ac:spMk id="2" creationId="{315D5801-EEE2-1033-3E3A-200F9AD11F4C}"/>
          </ac:spMkLst>
        </pc:spChg>
        <pc:spChg chg="mod">
          <ac:chgData name="Navya Nalli" userId="e9be02a013d54453" providerId="LiveId" clId="{C7B466AC-8FE0-441F-8AC7-154D46FC4EC4}" dt="2026-03-27T01:28:02.438" v="1081" actId="20577"/>
          <ac:spMkLst>
            <pc:docMk/>
            <pc:sldMk cId="928209136" sldId="266"/>
            <ac:spMk id="3" creationId="{207D47D9-F1E2-CFB3-7A35-BE0F75F841A2}"/>
          </ac:spMkLst>
        </pc:spChg>
        <pc:spChg chg="add mod">
          <ac:chgData name="Navya Nalli" userId="e9be02a013d54453" providerId="LiveId" clId="{C7B466AC-8FE0-441F-8AC7-154D46FC4EC4}" dt="2026-03-27T01:28:05.735" v="1083" actId="20577"/>
          <ac:spMkLst>
            <pc:docMk/>
            <pc:sldMk cId="928209136" sldId="266"/>
            <ac:spMk id="5" creationId="{0D914E59-ECE4-2329-E82A-F6C14A88F139}"/>
          </ac:spMkLst>
        </pc:spChg>
        <pc:spChg chg="add">
          <ac:chgData name="Navya Nalli" userId="e9be02a013d54453" providerId="LiveId" clId="{C7B466AC-8FE0-441F-8AC7-154D46FC4EC4}" dt="2026-03-26T18:13:00.188" v="202" actId="26606"/>
          <ac:spMkLst>
            <pc:docMk/>
            <pc:sldMk cId="928209136" sldId="266"/>
            <ac:spMk id="9" creationId="{131BAD53-4E89-4F62-BBB7-26359763ED39}"/>
          </ac:spMkLst>
        </pc:spChg>
        <pc:spChg chg="add">
          <ac:chgData name="Navya Nalli" userId="e9be02a013d54453" providerId="LiveId" clId="{C7B466AC-8FE0-441F-8AC7-154D46FC4EC4}" dt="2026-03-26T18:13:00.188" v="202" actId="26606"/>
          <ac:spMkLst>
            <pc:docMk/>
            <pc:sldMk cId="928209136" sldId="266"/>
            <ac:spMk id="11" creationId="{62756DA2-40EB-4C6F-B962-5822FFB54FB6}"/>
          </ac:spMkLst>
        </pc:spChg>
        <pc:picChg chg="add mod">
          <ac:chgData name="Navya Nalli" userId="e9be02a013d54453" providerId="LiveId" clId="{C7B466AC-8FE0-441F-8AC7-154D46FC4EC4}" dt="2026-03-26T18:13:11.459" v="205" actId="14100"/>
          <ac:picMkLst>
            <pc:docMk/>
            <pc:sldMk cId="928209136" sldId="266"/>
            <ac:picMk id="4" creationId="{EDC8F428-131A-0818-1F79-D3C448985C20}"/>
          </ac:picMkLst>
        </pc:picChg>
        <pc:picChg chg="add mod">
          <ac:chgData name="Navya Nalli" userId="e9be02a013d54453" providerId="LiveId" clId="{C7B466AC-8FE0-441F-8AC7-154D46FC4EC4}" dt="2026-03-26T18:15:19.112" v="222" actId="14100"/>
          <ac:picMkLst>
            <pc:docMk/>
            <pc:sldMk cId="928209136" sldId="266"/>
            <ac:picMk id="6" creationId="{7560D60D-0EF8-4CFB-45A2-40EF15CFA446}"/>
          </ac:picMkLst>
        </pc:picChg>
      </pc:sldChg>
      <pc:sldChg chg="addSp modSp new mod setBg">
        <pc:chgData name="Navya Nalli" userId="e9be02a013d54453" providerId="LiveId" clId="{C7B466AC-8FE0-441F-8AC7-154D46FC4EC4}" dt="2026-03-27T01:28:25.832" v="1088" actId="20577"/>
        <pc:sldMkLst>
          <pc:docMk/>
          <pc:sldMk cId="1442233770" sldId="267"/>
        </pc:sldMkLst>
        <pc:spChg chg="mod">
          <ac:chgData name="Navya Nalli" userId="e9be02a013d54453" providerId="LiveId" clId="{C7B466AC-8FE0-441F-8AC7-154D46FC4EC4}" dt="2026-03-26T19:44:44.125" v="628" actId="255"/>
          <ac:spMkLst>
            <pc:docMk/>
            <pc:sldMk cId="1442233770" sldId="267"/>
            <ac:spMk id="2" creationId="{FBCA0AF1-E71F-2E18-2FC2-B0C1F99FDCBF}"/>
          </ac:spMkLst>
        </pc:spChg>
        <pc:spChg chg="mod">
          <ac:chgData name="Navya Nalli" userId="e9be02a013d54453" providerId="LiveId" clId="{C7B466AC-8FE0-441F-8AC7-154D46FC4EC4}" dt="2026-03-27T01:28:12.035" v="1085" actId="20577"/>
          <ac:spMkLst>
            <pc:docMk/>
            <pc:sldMk cId="1442233770" sldId="267"/>
            <ac:spMk id="3" creationId="{456724DE-0E40-CDBF-D1FD-12C911711AA7}"/>
          </ac:spMkLst>
        </pc:spChg>
        <pc:spChg chg="add mod">
          <ac:chgData name="Navya Nalli" userId="e9be02a013d54453" providerId="LiveId" clId="{C7B466AC-8FE0-441F-8AC7-154D46FC4EC4}" dt="2026-03-27T01:28:25.832" v="1088" actId="20577"/>
          <ac:spMkLst>
            <pc:docMk/>
            <pc:sldMk cId="1442233770" sldId="267"/>
            <ac:spMk id="5" creationId="{EBCA2253-D1D2-556F-F3D1-E0236FEBA962}"/>
          </ac:spMkLst>
        </pc:spChg>
        <pc:spChg chg="add">
          <ac:chgData name="Navya Nalli" userId="e9be02a013d54453" providerId="LiveId" clId="{C7B466AC-8FE0-441F-8AC7-154D46FC4EC4}" dt="2026-03-26T18:16:47.458" v="229" actId="26606"/>
          <ac:spMkLst>
            <pc:docMk/>
            <pc:sldMk cId="1442233770" sldId="267"/>
            <ac:spMk id="9" creationId="{131BAD53-4E89-4F62-BBB7-26359763ED39}"/>
          </ac:spMkLst>
        </pc:spChg>
        <pc:spChg chg="add">
          <ac:chgData name="Navya Nalli" userId="e9be02a013d54453" providerId="LiveId" clId="{C7B466AC-8FE0-441F-8AC7-154D46FC4EC4}" dt="2026-03-26T18:16:47.458" v="229" actId="26606"/>
          <ac:spMkLst>
            <pc:docMk/>
            <pc:sldMk cId="1442233770" sldId="267"/>
            <ac:spMk id="11" creationId="{62756DA2-40EB-4C6F-B962-5822FFB54FB6}"/>
          </ac:spMkLst>
        </pc:spChg>
        <pc:picChg chg="add mod">
          <ac:chgData name="Navya Nalli" userId="e9be02a013d54453" providerId="LiveId" clId="{C7B466AC-8FE0-441F-8AC7-154D46FC4EC4}" dt="2026-03-26T18:20:00.610" v="259" actId="14100"/>
          <ac:picMkLst>
            <pc:docMk/>
            <pc:sldMk cId="1442233770" sldId="267"/>
            <ac:picMk id="4" creationId="{DBB97376-8847-B246-B190-204D25CF29DF}"/>
          </ac:picMkLst>
        </pc:picChg>
        <pc:picChg chg="add mod">
          <ac:chgData name="Navya Nalli" userId="e9be02a013d54453" providerId="LiveId" clId="{C7B466AC-8FE0-441F-8AC7-154D46FC4EC4}" dt="2026-03-26T18:20:11.296" v="261" actId="14100"/>
          <ac:picMkLst>
            <pc:docMk/>
            <pc:sldMk cId="1442233770" sldId="267"/>
            <ac:picMk id="6" creationId="{49225950-7D13-BCB1-491B-996532672504}"/>
          </ac:picMkLst>
        </pc:picChg>
      </pc:sldChg>
      <pc:sldChg chg="addSp delSp modSp new mod setBg">
        <pc:chgData name="Navya Nalli" userId="e9be02a013d54453" providerId="LiveId" clId="{C7B466AC-8FE0-441F-8AC7-154D46FC4EC4}" dt="2026-03-26T20:19:26.954" v="798" actId="20577"/>
        <pc:sldMkLst>
          <pc:docMk/>
          <pc:sldMk cId="2224940768" sldId="268"/>
        </pc:sldMkLst>
        <pc:spChg chg="mod">
          <ac:chgData name="Navya Nalli" userId="e9be02a013d54453" providerId="LiveId" clId="{C7B466AC-8FE0-441F-8AC7-154D46FC4EC4}" dt="2026-03-26T19:47:51.992" v="644" actId="1076"/>
          <ac:spMkLst>
            <pc:docMk/>
            <pc:sldMk cId="2224940768" sldId="268"/>
            <ac:spMk id="2" creationId="{94662EE2-B5E5-CDB9-FFB6-3A6A44C9AC8B}"/>
          </ac:spMkLst>
        </pc:spChg>
        <pc:spChg chg="del">
          <ac:chgData name="Navya Nalli" userId="e9be02a013d54453" providerId="LiveId" clId="{C7B466AC-8FE0-441F-8AC7-154D46FC4EC4}" dt="2026-03-26T18:25:41.523" v="264"/>
          <ac:spMkLst>
            <pc:docMk/>
            <pc:sldMk cId="2224940768" sldId="268"/>
            <ac:spMk id="3" creationId="{0B3D876C-2504-00EB-FEC9-C515F8AF1538}"/>
          </ac:spMkLst>
        </pc:spChg>
        <pc:spChg chg="add del mod">
          <ac:chgData name="Navya Nalli" userId="e9be02a013d54453" providerId="LiveId" clId="{C7B466AC-8FE0-441F-8AC7-154D46FC4EC4}" dt="2026-03-26T19:33:56.700" v="594" actId="26606"/>
          <ac:spMkLst>
            <pc:docMk/>
            <pc:sldMk cId="2224940768" sldId="268"/>
            <ac:spMk id="4" creationId="{E8CC4C55-C9AA-CF4A-AA23-115D850A44E8}"/>
          </ac:spMkLst>
        </pc:spChg>
        <pc:spChg chg="add del">
          <ac:chgData name="Navya Nalli" userId="e9be02a013d54453" providerId="LiveId" clId="{C7B466AC-8FE0-441F-8AC7-154D46FC4EC4}" dt="2026-03-26T19:33:46.486" v="585" actId="26606"/>
          <ac:spMkLst>
            <pc:docMk/>
            <pc:sldMk cId="2224940768" sldId="268"/>
            <ac:spMk id="9" creationId="{D038248A-211C-4EEC-8401-C761B929FB52}"/>
          </ac:spMkLst>
        </pc:spChg>
        <pc:spChg chg="add del">
          <ac:chgData name="Navya Nalli" userId="e9be02a013d54453" providerId="LiveId" clId="{C7B466AC-8FE0-441F-8AC7-154D46FC4EC4}" dt="2026-03-26T19:33:46.486" v="585" actId="26606"/>
          <ac:spMkLst>
            <pc:docMk/>
            <pc:sldMk cId="2224940768" sldId="268"/>
            <ac:spMk id="11" creationId="{C30A849F-66D9-40C8-BEC8-35AFF8F4568F}"/>
          </ac:spMkLst>
        </pc:spChg>
        <pc:spChg chg="add del">
          <ac:chgData name="Navya Nalli" userId="e9be02a013d54453" providerId="LiveId" clId="{C7B466AC-8FE0-441F-8AC7-154D46FC4EC4}" dt="2026-03-26T19:33:48.035" v="587" actId="26606"/>
          <ac:spMkLst>
            <pc:docMk/>
            <pc:sldMk cId="2224940768" sldId="268"/>
            <ac:spMk id="25" creationId="{43C823D3-D619-407C-89E0-C6F6B1E7A42A}"/>
          </ac:spMkLst>
        </pc:spChg>
        <pc:spChg chg="add del">
          <ac:chgData name="Navya Nalli" userId="e9be02a013d54453" providerId="LiveId" clId="{C7B466AC-8FE0-441F-8AC7-154D46FC4EC4}" dt="2026-03-26T19:33:48.035" v="587" actId="26606"/>
          <ac:spMkLst>
            <pc:docMk/>
            <pc:sldMk cId="2224940768" sldId="268"/>
            <ac:spMk id="26" creationId="{047F8E3E-2FFA-4A0F-B3C7-E57ADDCFB415}"/>
          </ac:spMkLst>
        </pc:spChg>
        <pc:spChg chg="add del">
          <ac:chgData name="Navya Nalli" userId="e9be02a013d54453" providerId="LiveId" clId="{C7B466AC-8FE0-441F-8AC7-154D46FC4EC4}" dt="2026-03-26T19:33:49.632" v="589" actId="26606"/>
          <ac:spMkLst>
            <pc:docMk/>
            <pc:sldMk cId="2224940768" sldId="268"/>
            <ac:spMk id="38" creationId="{B50AB553-2A96-4A92-96F2-93548E096954}"/>
          </ac:spMkLst>
        </pc:spChg>
        <pc:spChg chg="add del">
          <ac:chgData name="Navya Nalli" userId="e9be02a013d54453" providerId="LiveId" clId="{C7B466AC-8FE0-441F-8AC7-154D46FC4EC4}" dt="2026-03-26T19:33:53.093" v="591" actId="26606"/>
          <ac:spMkLst>
            <pc:docMk/>
            <pc:sldMk cId="2224940768" sldId="268"/>
            <ac:spMk id="40" creationId="{4BC99CB9-DDAD-44A2-8A1C-E3AF4E72DF5C}"/>
          </ac:spMkLst>
        </pc:spChg>
        <pc:spChg chg="add del">
          <ac:chgData name="Navya Nalli" userId="e9be02a013d54453" providerId="LiveId" clId="{C7B466AC-8FE0-441F-8AC7-154D46FC4EC4}" dt="2026-03-26T19:33:53.093" v="591" actId="26606"/>
          <ac:spMkLst>
            <pc:docMk/>
            <pc:sldMk cId="2224940768" sldId="268"/>
            <ac:spMk id="41" creationId="{64053CBF-3932-45FF-8285-EE5146085F3A}"/>
          </ac:spMkLst>
        </pc:spChg>
        <pc:spChg chg="add del">
          <ac:chgData name="Navya Nalli" userId="e9be02a013d54453" providerId="LiveId" clId="{C7B466AC-8FE0-441F-8AC7-154D46FC4EC4}" dt="2026-03-26T19:33:53.093" v="591" actId="26606"/>
          <ac:spMkLst>
            <pc:docMk/>
            <pc:sldMk cId="2224940768" sldId="268"/>
            <ac:spMk id="43" creationId="{E8CC4C55-C9AA-CF4A-AA23-115D850A44E8}"/>
          </ac:spMkLst>
        </pc:spChg>
        <pc:spChg chg="add del">
          <ac:chgData name="Navya Nalli" userId="e9be02a013d54453" providerId="LiveId" clId="{C7B466AC-8FE0-441F-8AC7-154D46FC4EC4}" dt="2026-03-26T19:33:56.691" v="593" actId="26606"/>
          <ac:spMkLst>
            <pc:docMk/>
            <pc:sldMk cId="2224940768" sldId="268"/>
            <ac:spMk id="46" creationId="{CF75AD06-DFC4-4B3A-8490-330823D081CF}"/>
          </ac:spMkLst>
        </pc:spChg>
        <pc:spChg chg="add del">
          <ac:chgData name="Navya Nalli" userId="e9be02a013d54453" providerId="LiveId" clId="{C7B466AC-8FE0-441F-8AC7-154D46FC4EC4}" dt="2026-03-26T19:33:56.691" v="593" actId="26606"/>
          <ac:spMkLst>
            <pc:docMk/>
            <pc:sldMk cId="2224940768" sldId="268"/>
            <ac:spMk id="47" creationId="{FC587C93-0840-40DF-96D5-D1F2137E6449}"/>
          </ac:spMkLst>
        </pc:spChg>
        <pc:spChg chg="add del">
          <ac:chgData name="Navya Nalli" userId="e9be02a013d54453" providerId="LiveId" clId="{C7B466AC-8FE0-441F-8AC7-154D46FC4EC4}" dt="2026-03-26T19:33:56.691" v="593" actId="26606"/>
          <ac:spMkLst>
            <pc:docMk/>
            <pc:sldMk cId="2224940768" sldId="268"/>
            <ac:spMk id="53" creationId="{E8CC4C55-C9AA-CF4A-AA23-115D850A44E8}"/>
          </ac:spMkLst>
        </pc:spChg>
        <pc:spChg chg="add">
          <ac:chgData name="Navya Nalli" userId="e9be02a013d54453" providerId="LiveId" clId="{C7B466AC-8FE0-441F-8AC7-154D46FC4EC4}" dt="2026-03-26T19:33:56.700" v="594" actId="26606"/>
          <ac:spMkLst>
            <pc:docMk/>
            <pc:sldMk cId="2224940768" sldId="268"/>
            <ac:spMk id="60" creationId="{D038248A-211C-4EEC-8401-C761B929FB52}"/>
          </ac:spMkLst>
        </pc:spChg>
        <pc:spChg chg="add">
          <ac:chgData name="Navya Nalli" userId="e9be02a013d54453" providerId="LiveId" clId="{C7B466AC-8FE0-441F-8AC7-154D46FC4EC4}" dt="2026-03-26T19:33:56.700" v="594" actId="26606"/>
          <ac:spMkLst>
            <pc:docMk/>
            <pc:sldMk cId="2224940768" sldId="268"/>
            <ac:spMk id="61" creationId="{C30A849F-66D9-40C8-BEC8-35AFF8F4568F}"/>
          </ac:spMkLst>
        </pc:spChg>
        <pc:spChg chg="add mod">
          <ac:chgData name="Navya Nalli" userId="e9be02a013d54453" providerId="LiveId" clId="{C7B466AC-8FE0-441F-8AC7-154D46FC4EC4}" dt="2026-03-26T20:19:26.954" v="798" actId="20577"/>
          <ac:spMkLst>
            <pc:docMk/>
            <pc:sldMk cId="2224940768" sldId="268"/>
            <ac:spMk id="63" creationId="{E8CC4C55-C9AA-CF4A-AA23-115D850A44E8}"/>
          </ac:spMkLst>
        </pc:spChg>
        <pc:grpChg chg="add del">
          <ac:chgData name="Navya Nalli" userId="e9be02a013d54453" providerId="LiveId" clId="{C7B466AC-8FE0-441F-8AC7-154D46FC4EC4}" dt="2026-03-26T19:33:46.486" v="585" actId="26606"/>
          <ac:grpSpMkLst>
            <pc:docMk/>
            <pc:sldMk cId="2224940768" sldId="268"/>
            <ac:grpSpMk id="13" creationId="{04542298-A2B1-480F-A11C-A40EDD19B857}"/>
          </ac:grpSpMkLst>
        </pc:grpChg>
        <pc:grpChg chg="add del">
          <ac:chgData name="Navya Nalli" userId="e9be02a013d54453" providerId="LiveId" clId="{C7B466AC-8FE0-441F-8AC7-154D46FC4EC4}" dt="2026-03-26T19:33:46.486" v="585" actId="26606"/>
          <ac:grpSpMkLst>
            <pc:docMk/>
            <pc:sldMk cId="2224940768" sldId="268"/>
            <ac:grpSpMk id="19" creationId="{2A5C9C35-2375-49EB-B99C-17C87D42FE7C}"/>
          </ac:grpSpMkLst>
        </pc:grpChg>
        <pc:grpChg chg="add del">
          <ac:chgData name="Navya Nalli" userId="e9be02a013d54453" providerId="LiveId" clId="{C7B466AC-8FE0-441F-8AC7-154D46FC4EC4}" dt="2026-03-26T19:33:48.035" v="587" actId="26606"/>
          <ac:grpSpMkLst>
            <pc:docMk/>
            <pc:sldMk cId="2224940768" sldId="268"/>
            <ac:grpSpMk id="27" creationId="{33D939F1-7ABE-4D0E-946A-43F37F556AFD}"/>
          </ac:grpSpMkLst>
        </pc:grpChg>
        <pc:grpChg chg="add del">
          <ac:chgData name="Navya Nalli" userId="e9be02a013d54453" providerId="LiveId" clId="{C7B466AC-8FE0-441F-8AC7-154D46FC4EC4}" dt="2026-03-26T19:33:48.035" v="587" actId="26606"/>
          <ac:grpSpMkLst>
            <pc:docMk/>
            <pc:sldMk cId="2224940768" sldId="268"/>
            <ac:grpSpMk id="32" creationId="{9DB3963A-4187-4A72-9DA4-CA6BADE22931}"/>
          </ac:grpSpMkLst>
        </pc:grpChg>
        <pc:grpChg chg="add del">
          <ac:chgData name="Navya Nalli" userId="e9be02a013d54453" providerId="LiveId" clId="{C7B466AC-8FE0-441F-8AC7-154D46FC4EC4}" dt="2026-03-26T19:33:53.093" v="591" actId="26606"/>
          <ac:grpSpMkLst>
            <pc:docMk/>
            <pc:sldMk cId="2224940768" sldId="268"/>
            <ac:grpSpMk id="42" creationId="{2E751C04-BEA6-446B-A678-9C74819EBD4C}"/>
          </ac:grpSpMkLst>
        </pc:grpChg>
        <pc:grpChg chg="add del">
          <ac:chgData name="Navya Nalli" userId="e9be02a013d54453" providerId="LiveId" clId="{C7B466AC-8FE0-441F-8AC7-154D46FC4EC4}" dt="2026-03-26T19:33:53.093" v="591" actId="26606"/>
          <ac:grpSpMkLst>
            <pc:docMk/>
            <pc:sldMk cId="2224940768" sldId="268"/>
            <ac:grpSpMk id="44" creationId="{B63ACBA3-DEFD-4C6D-BBA0-64468FA99C2D}"/>
          </ac:grpSpMkLst>
        </pc:grpChg>
        <pc:grpChg chg="add del">
          <ac:chgData name="Navya Nalli" userId="e9be02a013d54453" providerId="LiveId" clId="{C7B466AC-8FE0-441F-8AC7-154D46FC4EC4}" dt="2026-03-26T19:33:56.691" v="593" actId="26606"/>
          <ac:grpSpMkLst>
            <pc:docMk/>
            <pc:sldMk cId="2224940768" sldId="268"/>
            <ac:grpSpMk id="48" creationId="{5E02D55A-F529-4B19-BAF9-F63240A7B490}"/>
          </ac:grpSpMkLst>
        </pc:grpChg>
        <pc:grpChg chg="add del">
          <ac:chgData name="Navya Nalli" userId="e9be02a013d54453" providerId="LiveId" clId="{C7B466AC-8FE0-441F-8AC7-154D46FC4EC4}" dt="2026-03-26T19:33:56.691" v="593" actId="26606"/>
          <ac:grpSpMkLst>
            <pc:docMk/>
            <pc:sldMk cId="2224940768" sldId="268"/>
            <ac:grpSpMk id="54" creationId="{47A3A52F-BCB3-444D-9372-EE018B135C49}"/>
          </ac:grpSpMkLst>
        </pc:grpChg>
        <pc:grpChg chg="add">
          <ac:chgData name="Navya Nalli" userId="e9be02a013d54453" providerId="LiveId" clId="{C7B466AC-8FE0-441F-8AC7-154D46FC4EC4}" dt="2026-03-26T19:33:56.700" v="594" actId="26606"/>
          <ac:grpSpMkLst>
            <pc:docMk/>
            <pc:sldMk cId="2224940768" sldId="268"/>
            <ac:grpSpMk id="62" creationId="{04542298-A2B1-480F-A11C-A40EDD19B857}"/>
          </ac:grpSpMkLst>
        </pc:grpChg>
        <pc:grpChg chg="add">
          <ac:chgData name="Navya Nalli" userId="e9be02a013d54453" providerId="LiveId" clId="{C7B466AC-8FE0-441F-8AC7-154D46FC4EC4}" dt="2026-03-26T19:33:56.700" v="594" actId="26606"/>
          <ac:grpSpMkLst>
            <pc:docMk/>
            <pc:sldMk cId="2224940768" sldId="268"/>
            <ac:grpSpMk id="64" creationId="{2A5C9C35-2375-49EB-B99C-17C87D42FE7C}"/>
          </ac:grpSpMkLst>
        </pc:grpChg>
        <pc:graphicFrameChg chg="add del">
          <ac:chgData name="Navya Nalli" userId="e9be02a013d54453" providerId="LiveId" clId="{C7B466AC-8FE0-441F-8AC7-154D46FC4EC4}" dt="2026-03-26T19:33:49.632" v="589" actId="26606"/>
          <ac:graphicFrameMkLst>
            <pc:docMk/>
            <pc:sldMk cId="2224940768" sldId="268"/>
            <ac:graphicFrameMk id="6" creationId="{DE904BF7-7C31-9B62-7565-8A5D99D2CF8B}"/>
          </ac:graphicFrameMkLst>
        </pc:graphicFrameChg>
        <pc:picChg chg="add del">
          <ac:chgData name="Navya Nalli" userId="e9be02a013d54453" providerId="LiveId" clId="{C7B466AC-8FE0-441F-8AC7-154D46FC4EC4}" dt="2026-03-26T19:33:49.632" v="589" actId="26606"/>
          <ac:picMkLst>
            <pc:docMk/>
            <pc:sldMk cId="2224940768" sldId="268"/>
            <ac:picMk id="7" creationId="{14BB5C66-299B-6CED-DC8A-2DBF4F950393}"/>
          </ac:picMkLst>
        </pc:picChg>
      </pc:sldChg>
      <pc:sldChg chg="addSp delSp modSp new mod setBg">
        <pc:chgData name="Navya Nalli" userId="e9be02a013d54453" providerId="LiveId" clId="{C7B466AC-8FE0-441F-8AC7-154D46FC4EC4}" dt="2026-03-27T00:15:54.484" v="841" actId="2711"/>
        <pc:sldMkLst>
          <pc:docMk/>
          <pc:sldMk cId="4129215173" sldId="269"/>
        </pc:sldMkLst>
        <pc:spChg chg="mod">
          <ac:chgData name="Navya Nalli" userId="e9be02a013d54453" providerId="LiveId" clId="{C7B466AC-8FE0-441F-8AC7-154D46FC4EC4}" dt="2026-03-26T19:49:56.273" v="659" actId="20577"/>
          <ac:spMkLst>
            <pc:docMk/>
            <pc:sldMk cId="4129215173" sldId="269"/>
            <ac:spMk id="2" creationId="{13BE3D9E-E46B-D514-0338-1C456DF3DA6B}"/>
          </ac:spMkLst>
        </pc:spChg>
        <pc:spChg chg="mod ord">
          <ac:chgData name="Navya Nalli" userId="e9be02a013d54453" providerId="LiveId" clId="{C7B466AC-8FE0-441F-8AC7-154D46FC4EC4}" dt="2026-03-27T00:15:54.484" v="841" actId="2711"/>
          <ac:spMkLst>
            <pc:docMk/>
            <pc:sldMk cId="4129215173" sldId="269"/>
            <ac:spMk id="3" creationId="{BE2FB976-24F5-CF73-311C-3BEC0F2F12B0}"/>
          </ac:spMkLst>
        </pc:spChg>
        <pc:spChg chg="add del">
          <ac:chgData name="Navya Nalli" userId="e9be02a013d54453" providerId="LiveId" clId="{C7B466AC-8FE0-441F-8AC7-154D46FC4EC4}" dt="2026-03-26T18:38:04.116" v="283" actId="26606"/>
          <ac:spMkLst>
            <pc:docMk/>
            <pc:sldMk cId="4129215173" sldId="269"/>
            <ac:spMk id="9" creationId="{2B97F24A-32CE-4C1C-A50D-3016B394DCFB}"/>
          </ac:spMkLst>
        </pc:spChg>
        <pc:spChg chg="add del">
          <ac:chgData name="Navya Nalli" userId="e9be02a013d54453" providerId="LiveId" clId="{C7B466AC-8FE0-441F-8AC7-154D46FC4EC4}" dt="2026-03-26T18:38:04.116" v="283" actId="26606"/>
          <ac:spMkLst>
            <pc:docMk/>
            <pc:sldMk cId="4129215173" sldId="269"/>
            <ac:spMk id="11" creationId="{CD8B4F24-440B-49E9-B85D-733523DC064B}"/>
          </ac:spMkLst>
        </pc:spChg>
        <pc:spChg chg="add del">
          <ac:chgData name="Navya Nalli" userId="e9be02a013d54453" providerId="LiveId" clId="{C7B466AC-8FE0-441F-8AC7-154D46FC4EC4}" dt="2026-03-26T18:38:09.382" v="285" actId="26606"/>
          <ac:spMkLst>
            <pc:docMk/>
            <pc:sldMk cId="4129215173" sldId="269"/>
            <ac:spMk id="13" creationId="{9A0D773F-7A7D-4DBB-9DEA-86BB8B8F4BC8}"/>
          </ac:spMkLst>
        </pc:spChg>
        <pc:spChg chg="add del">
          <ac:chgData name="Navya Nalli" userId="e9be02a013d54453" providerId="LiveId" clId="{C7B466AC-8FE0-441F-8AC7-154D46FC4EC4}" dt="2026-03-26T18:38:09.382" v="285" actId="26606"/>
          <ac:spMkLst>
            <pc:docMk/>
            <pc:sldMk cId="4129215173" sldId="269"/>
            <ac:spMk id="14" creationId="{7FF47CB7-972F-479F-A36D-9E72D26EC8DA}"/>
          </ac:spMkLst>
        </pc:spChg>
        <pc:spChg chg="add del">
          <ac:chgData name="Navya Nalli" userId="e9be02a013d54453" providerId="LiveId" clId="{C7B466AC-8FE0-441F-8AC7-154D46FC4EC4}" dt="2026-03-26T18:38:09.382" v="285" actId="26606"/>
          <ac:spMkLst>
            <pc:docMk/>
            <pc:sldMk cId="4129215173" sldId="269"/>
            <ac:spMk id="15" creationId="{0D153B68-5844-490D-8E67-F616D6D721CA}"/>
          </ac:spMkLst>
        </pc:spChg>
        <pc:spChg chg="add del">
          <ac:chgData name="Navya Nalli" userId="e9be02a013d54453" providerId="LiveId" clId="{C7B466AC-8FE0-441F-8AC7-154D46FC4EC4}" dt="2026-03-26T18:39:55.239" v="319" actId="26606"/>
          <ac:spMkLst>
            <pc:docMk/>
            <pc:sldMk cId="4129215173" sldId="269"/>
            <ac:spMk id="17" creationId="{2B97F24A-32CE-4C1C-A50D-3016B394DCFB}"/>
          </ac:spMkLst>
        </pc:spChg>
        <pc:spChg chg="add del">
          <ac:chgData name="Navya Nalli" userId="e9be02a013d54453" providerId="LiveId" clId="{C7B466AC-8FE0-441F-8AC7-154D46FC4EC4}" dt="2026-03-26T18:39:55.239" v="319" actId="26606"/>
          <ac:spMkLst>
            <pc:docMk/>
            <pc:sldMk cId="4129215173" sldId="269"/>
            <ac:spMk id="18" creationId="{6357EC4F-235E-4222-A36F-C7878ACE37F2}"/>
          </ac:spMkLst>
        </pc:spChg>
        <pc:spChg chg="add del">
          <ac:chgData name="Navya Nalli" userId="e9be02a013d54453" providerId="LiveId" clId="{C7B466AC-8FE0-441F-8AC7-154D46FC4EC4}" dt="2026-03-26T18:39:16.642" v="290" actId="26606"/>
          <ac:spMkLst>
            <pc:docMk/>
            <pc:sldMk cId="4129215173" sldId="269"/>
            <ac:spMk id="23" creationId="{2B97F24A-32CE-4C1C-A50D-3016B394DCFB}"/>
          </ac:spMkLst>
        </pc:spChg>
        <pc:spChg chg="add del">
          <ac:chgData name="Navya Nalli" userId="e9be02a013d54453" providerId="LiveId" clId="{C7B466AC-8FE0-441F-8AC7-154D46FC4EC4}" dt="2026-03-26T18:39:16.642" v="290" actId="26606"/>
          <ac:spMkLst>
            <pc:docMk/>
            <pc:sldMk cId="4129215173" sldId="269"/>
            <ac:spMk id="25" creationId="{6357EC4F-235E-4222-A36F-C7878ACE37F2}"/>
          </ac:spMkLst>
        </pc:spChg>
        <pc:spChg chg="add del">
          <ac:chgData name="Navya Nalli" userId="e9be02a013d54453" providerId="LiveId" clId="{C7B466AC-8FE0-441F-8AC7-154D46FC4EC4}" dt="2026-03-26T18:39:18.708" v="292" actId="26606"/>
          <ac:spMkLst>
            <pc:docMk/>
            <pc:sldMk cId="4129215173" sldId="269"/>
            <ac:spMk id="27" creationId="{131BAD53-4E89-4F62-BBB7-26359763ED39}"/>
          </ac:spMkLst>
        </pc:spChg>
        <pc:spChg chg="add del">
          <ac:chgData name="Navya Nalli" userId="e9be02a013d54453" providerId="LiveId" clId="{C7B466AC-8FE0-441F-8AC7-154D46FC4EC4}" dt="2026-03-26T18:39:18.708" v="292" actId="26606"/>
          <ac:spMkLst>
            <pc:docMk/>
            <pc:sldMk cId="4129215173" sldId="269"/>
            <ac:spMk id="28" creationId="{62756DA2-40EB-4C6F-B962-5822FFB54FB6}"/>
          </ac:spMkLst>
        </pc:spChg>
        <pc:spChg chg="add del">
          <ac:chgData name="Navya Nalli" userId="e9be02a013d54453" providerId="LiveId" clId="{C7B466AC-8FE0-441F-8AC7-154D46FC4EC4}" dt="2026-03-26T18:39:32.247" v="302" actId="26606"/>
          <ac:spMkLst>
            <pc:docMk/>
            <pc:sldMk cId="4129215173" sldId="269"/>
            <ac:spMk id="29" creationId="{169CC832-2974-4E8D-90ED-3E2941BA7336}"/>
          </ac:spMkLst>
        </pc:spChg>
        <pc:spChg chg="add del">
          <ac:chgData name="Navya Nalli" userId="e9be02a013d54453" providerId="LiveId" clId="{C7B466AC-8FE0-441F-8AC7-154D46FC4EC4}" dt="2026-03-26T18:39:23.017" v="294" actId="26606"/>
          <ac:spMkLst>
            <pc:docMk/>
            <pc:sldMk cId="4129215173" sldId="269"/>
            <ac:spMk id="30" creationId="{04812C46-200A-4DEB-A05E-3ED6C68C2387}"/>
          </ac:spMkLst>
        </pc:spChg>
        <pc:spChg chg="add del">
          <ac:chgData name="Navya Nalli" userId="e9be02a013d54453" providerId="LiveId" clId="{C7B466AC-8FE0-441F-8AC7-154D46FC4EC4}" dt="2026-03-26T18:39:23.017" v="294" actId="26606"/>
          <ac:spMkLst>
            <pc:docMk/>
            <pc:sldMk cId="4129215173" sldId="269"/>
            <ac:spMk id="31" creationId="{D1EA859B-E555-4109-94F3-6700E046E008}"/>
          </ac:spMkLst>
        </pc:spChg>
        <pc:spChg chg="add del">
          <ac:chgData name="Navya Nalli" userId="e9be02a013d54453" providerId="LiveId" clId="{C7B466AC-8FE0-441F-8AC7-154D46FC4EC4}" dt="2026-03-26T18:39:24.880" v="296" actId="26606"/>
          <ac:spMkLst>
            <pc:docMk/>
            <pc:sldMk cId="4129215173" sldId="269"/>
            <ac:spMk id="33" creationId="{2B97F24A-32CE-4C1C-A50D-3016B394DCFB}"/>
          </ac:spMkLst>
        </pc:spChg>
        <pc:spChg chg="add del">
          <ac:chgData name="Navya Nalli" userId="e9be02a013d54453" providerId="LiveId" clId="{C7B466AC-8FE0-441F-8AC7-154D46FC4EC4}" dt="2026-03-26T18:39:24.880" v="296" actId="26606"/>
          <ac:spMkLst>
            <pc:docMk/>
            <pc:sldMk cId="4129215173" sldId="269"/>
            <ac:spMk id="34" creationId="{CD8B4F24-440B-49E9-B85D-733523DC064B}"/>
          </ac:spMkLst>
        </pc:spChg>
        <pc:spChg chg="add del">
          <ac:chgData name="Navya Nalli" userId="e9be02a013d54453" providerId="LiveId" clId="{C7B466AC-8FE0-441F-8AC7-154D46FC4EC4}" dt="2026-03-26T18:39:26.376" v="298" actId="26606"/>
          <ac:spMkLst>
            <pc:docMk/>
            <pc:sldMk cId="4129215173" sldId="269"/>
            <ac:spMk id="36" creationId="{F821940F-7A1D-4ACC-85B4-A932898ABB37}"/>
          </ac:spMkLst>
        </pc:spChg>
        <pc:spChg chg="add del">
          <ac:chgData name="Navya Nalli" userId="e9be02a013d54453" providerId="LiveId" clId="{C7B466AC-8FE0-441F-8AC7-154D46FC4EC4}" dt="2026-03-26T18:39:26.376" v="298" actId="26606"/>
          <ac:spMkLst>
            <pc:docMk/>
            <pc:sldMk cId="4129215173" sldId="269"/>
            <ac:spMk id="37" creationId="{16674508-81D3-48CF-96BF-7FC60EAA572A}"/>
          </ac:spMkLst>
        </pc:spChg>
        <pc:spChg chg="add del">
          <ac:chgData name="Navya Nalli" userId="e9be02a013d54453" providerId="LiveId" clId="{C7B466AC-8FE0-441F-8AC7-154D46FC4EC4}" dt="2026-03-26T18:39:29.606" v="300" actId="26606"/>
          <ac:spMkLst>
            <pc:docMk/>
            <pc:sldMk cId="4129215173" sldId="269"/>
            <ac:spMk id="39" creationId="{F13C74B1-5B17-4795-BED0-7140497B445A}"/>
          </ac:spMkLst>
        </pc:spChg>
        <pc:spChg chg="add del">
          <ac:chgData name="Navya Nalli" userId="e9be02a013d54453" providerId="LiveId" clId="{C7B466AC-8FE0-441F-8AC7-154D46FC4EC4}" dt="2026-03-26T18:39:29.606" v="300" actId="26606"/>
          <ac:spMkLst>
            <pc:docMk/>
            <pc:sldMk cId="4129215173" sldId="269"/>
            <ac:spMk id="40" creationId="{D4974D33-8DC5-464E-8C6D-BE58F0669C17}"/>
          </ac:spMkLst>
        </pc:spChg>
        <pc:spChg chg="add del">
          <ac:chgData name="Navya Nalli" userId="e9be02a013d54453" providerId="LiveId" clId="{C7B466AC-8FE0-441F-8AC7-154D46FC4EC4}" dt="2026-03-26T18:39:32.247" v="302" actId="26606"/>
          <ac:spMkLst>
            <pc:docMk/>
            <pc:sldMk cId="4129215173" sldId="269"/>
            <ac:spMk id="42" creationId="{9A724DBA-D2D9-471E-8ED7-2015DDD950DF}"/>
          </ac:spMkLst>
        </pc:spChg>
        <pc:spChg chg="add del">
          <ac:chgData name="Navya Nalli" userId="e9be02a013d54453" providerId="LiveId" clId="{C7B466AC-8FE0-441F-8AC7-154D46FC4EC4}" dt="2026-03-26T18:39:32.247" v="302" actId="26606"/>
          <ac:spMkLst>
            <pc:docMk/>
            <pc:sldMk cId="4129215173" sldId="269"/>
            <ac:spMk id="43" creationId="{08980754-6F4B-43C9-B9BE-127B6BED6586}"/>
          </ac:spMkLst>
        </pc:spChg>
        <pc:spChg chg="add del">
          <ac:chgData name="Navya Nalli" userId="e9be02a013d54453" providerId="LiveId" clId="{C7B466AC-8FE0-441F-8AC7-154D46FC4EC4}" dt="2026-03-26T18:39:32.247" v="302" actId="26606"/>
          <ac:spMkLst>
            <pc:docMk/>
            <pc:sldMk cId="4129215173" sldId="269"/>
            <ac:spMk id="44" creationId="{2C1BBA94-3F40-40AA-8BB9-E69E25E537C1}"/>
          </ac:spMkLst>
        </pc:spChg>
        <pc:spChg chg="add del">
          <ac:chgData name="Navya Nalli" userId="e9be02a013d54453" providerId="LiveId" clId="{C7B466AC-8FE0-441F-8AC7-154D46FC4EC4}" dt="2026-03-26T18:39:32.247" v="302" actId="26606"/>
          <ac:spMkLst>
            <pc:docMk/>
            <pc:sldMk cId="4129215173" sldId="269"/>
            <ac:spMk id="45" creationId="{55222F96-971A-4F90-B841-6BAB416C7AC1}"/>
          </ac:spMkLst>
        </pc:spChg>
        <pc:spChg chg="add del">
          <ac:chgData name="Navya Nalli" userId="e9be02a013d54453" providerId="LiveId" clId="{C7B466AC-8FE0-441F-8AC7-154D46FC4EC4}" dt="2026-03-26T18:39:34.552" v="304" actId="26606"/>
          <ac:spMkLst>
            <pc:docMk/>
            <pc:sldMk cId="4129215173" sldId="269"/>
            <ac:spMk id="47" creationId="{0B9EE3F3-89B7-43C3-8651-C4C96830993D}"/>
          </ac:spMkLst>
        </pc:spChg>
        <pc:spChg chg="add del">
          <ac:chgData name="Navya Nalli" userId="e9be02a013d54453" providerId="LiveId" clId="{C7B466AC-8FE0-441F-8AC7-154D46FC4EC4}" dt="2026-03-26T18:39:34.552" v="304" actId="26606"/>
          <ac:spMkLst>
            <pc:docMk/>
            <pc:sldMk cId="4129215173" sldId="269"/>
            <ac:spMk id="48" creationId="{33AE4636-AEEC-45D6-84D4-7AC2DA48ECF8}"/>
          </ac:spMkLst>
        </pc:spChg>
        <pc:spChg chg="add del">
          <ac:chgData name="Navya Nalli" userId="e9be02a013d54453" providerId="LiveId" clId="{C7B466AC-8FE0-441F-8AC7-154D46FC4EC4}" dt="2026-03-26T18:39:34.552" v="304" actId="26606"/>
          <ac:spMkLst>
            <pc:docMk/>
            <pc:sldMk cId="4129215173" sldId="269"/>
            <ac:spMk id="49" creationId="{8D9CE0F4-2EB2-4F1F-8AAC-DB3571D9FE10}"/>
          </ac:spMkLst>
        </pc:spChg>
        <pc:spChg chg="add del">
          <ac:chgData name="Navya Nalli" userId="e9be02a013d54453" providerId="LiveId" clId="{C7B466AC-8FE0-441F-8AC7-154D46FC4EC4}" dt="2026-03-26T18:39:39.345" v="306" actId="26606"/>
          <ac:spMkLst>
            <pc:docMk/>
            <pc:sldMk cId="4129215173" sldId="269"/>
            <ac:spMk id="51" creationId="{2EB492CD-616E-47F8-933B-5E2D952A0593}"/>
          </ac:spMkLst>
        </pc:spChg>
        <pc:spChg chg="add del">
          <ac:chgData name="Navya Nalli" userId="e9be02a013d54453" providerId="LiveId" clId="{C7B466AC-8FE0-441F-8AC7-154D46FC4EC4}" dt="2026-03-26T18:39:39.345" v="306" actId="26606"/>
          <ac:spMkLst>
            <pc:docMk/>
            <pc:sldMk cId="4129215173" sldId="269"/>
            <ac:spMk id="52" creationId="{59383CF9-23B5-4335-9B21-1791C4CF1C75}"/>
          </ac:spMkLst>
        </pc:spChg>
        <pc:spChg chg="add del">
          <ac:chgData name="Navya Nalli" userId="e9be02a013d54453" providerId="LiveId" clId="{C7B466AC-8FE0-441F-8AC7-154D46FC4EC4}" dt="2026-03-26T18:39:39.345" v="306" actId="26606"/>
          <ac:spMkLst>
            <pc:docMk/>
            <pc:sldMk cId="4129215173" sldId="269"/>
            <ac:spMk id="53" creationId="{0007FE00-9498-4706-B255-6437B0252C02}"/>
          </ac:spMkLst>
        </pc:spChg>
        <pc:spChg chg="add del">
          <ac:chgData name="Navya Nalli" userId="e9be02a013d54453" providerId="LiveId" clId="{C7B466AC-8FE0-441F-8AC7-154D46FC4EC4}" dt="2026-03-26T18:39:40.533" v="308" actId="26606"/>
          <ac:spMkLst>
            <pc:docMk/>
            <pc:sldMk cId="4129215173" sldId="269"/>
            <ac:spMk id="55" creationId="{DBC6133C-0615-4CE4-9132-37E609A9BDFA}"/>
          </ac:spMkLst>
        </pc:spChg>
        <pc:spChg chg="add del">
          <ac:chgData name="Navya Nalli" userId="e9be02a013d54453" providerId="LiveId" clId="{C7B466AC-8FE0-441F-8AC7-154D46FC4EC4}" dt="2026-03-26T18:39:40.533" v="308" actId="26606"/>
          <ac:spMkLst>
            <pc:docMk/>
            <pc:sldMk cId="4129215173" sldId="269"/>
            <ac:spMk id="56" creationId="{169CC832-2974-4E8D-90ED-3E2941BA7336}"/>
          </ac:spMkLst>
        </pc:spChg>
        <pc:spChg chg="add del">
          <ac:chgData name="Navya Nalli" userId="e9be02a013d54453" providerId="LiveId" clId="{C7B466AC-8FE0-441F-8AC7-154D46FC4EC4}" dt="2026-03-26T18:39:40.533" v="308" actId="26606"/>
          <ac:spMkLst>
            <pc:docMk/>
            <pc:sldMk cId="4129215173" sldId="269"/>
            <ac:spMk id="57" creationId="{55222F96-971A-4F90-B841-6BAB416C7AC1}"/>
          </ac:spMkLst>
        </pc:spChg>
        <pc:spChg chg="add del">
          <ac:chgData name="Navya Nalli" userId="e9be02a013d54453" providerId="LiveId" clId="{C7B466AC-8FE0-441F-8AC7-154D46FC4EC4}" dt="2026-03-26T18:39:40.533" v="308" actId="26606"/>
          <ac:spMkLst>
            <pc:docMk/>
            <pc:sldMk cId="4129215173" sldId="269"/>
            <ac:spMk id="58" creationId="{08980754-6F4B-43C9-B9BE-127B6BED6586}"/>
          </ac:spMkLst>
        </pc:spChg>
        <pc:spChg chg="add del">
          <ac:chgData name="Navya Nalli" userId="e9be02a013d54453" providerId="LiveId" clId="{C7B466AC-8FE0-441F-8AC7-154D46FC4EC4}" dt="2026-03-26T18:39:40.533" v="308" actId="26606"/>
          <ac:spMkLst>
            <pc:docMk/>
            <pc:sldMk cId="4129215173" sldId="269"/>
            <ac:spMk id="59" creationId="{2C1BBA94-3F40-40AA-8BB9-E69E25E537C1}"/>
          </ac:spMkLst>
        </pc:spChg>
        <pc:spChg chg="add del">
          <ac:chgData name="Navya Nalli" userId="e9be02a013d54453" providerId="LiveId" clId="{C7B466AC-8FE0-441F-8AC7-154D46FC4EC4}" dt="2026-03-26T18:39:42.488" v="310" actId="26606"/>
          <ac:spMkLst>
            <pc:docMk/>
            <pc:sldMk cId="4129215173" sldId="269"/>
            <ac:spMk id="61" creationId="{058A14AF-9FB5-4CC7-BA35-E8E85D3EDF0E}"/>
          </ac:spMkLst>
        </pc:spChg>
        <pc:spChg chg="add del">
          <ac:chgData name="Navya Nalli" userId="e9be02a013d54453" providerId="LiveId" clId="{C7B466AC-8FE0-441F-8AC7-154D46FC4EC4}" dt="2026-03-26T18:39:42.488" v="310" actId="26606"/>
          <ac:spMkLst>
            <pc:docMk/>
            <pc:sldMk cId="4129215173" sldId="269"/>
            <ac:spMk id="62" creationId="{3A9A4357-BD1D-4622-A4FE-766E6AB8DE84}"/>
          </ac:spMkLst>
        </pc:spChg>
        <pc:spChg chg="add del">
          <ac:chgData name="Navya Nalli" userId="e9be02a013d54453" providerId="LiveId" clId="{C7B466AC-8FE0-441F-8AC7-154D46FC4EC4}" dt="2026-03-26T18:39:42.488" v="310" actId="26606"/>
          <ac:spMkLst>
            <pc:docMk/>
            <pc:sldMk cId="4129215173" sldId="269"/>
            <ac:spMk id="63" creationId="{E659831F-0D9A-4C63-9EBB-8435B85A440F}"/>
          </ac:spMkLst>
        </pc:spChg>
        <pc:spChg chg="add del">
          <ac:chgData name="Navya Nalli" userId="e9be02a013d54453" providerId="LiveId" clId="{C7B466AC-8FE0-441F-8AC7-154D46FC4EC4}" dt="2026-03-26T18:39:42.488" v="310" actId="26606"/>
          <ac:spMkLst>
            <pc:docMk/>
            <pc:sldMk cId="4129215173" sldId="269"/>
            <ac:spMk id="64" creationId="{E6995CE5-F890-4ABA-82A2-26507CE8D2A3}"/>
          </ac:spMkLst>
        </pc:spChg>
        <pc:spChg chg="add del">
          <ac:chgData name="Navya Nalli" userId="e9be02a013d54453" providerId="LiveId" clId="{C7B466AC-8FE0-441F-8AC7-154D46FC4EC4}" dt="2026-03-26T18:39:43.662" v="312" actId="26606"/>
          <ac:spMkLst>
            <pc:docMk/>
            <pc:sldMk cId="4129215173" sldId="269"/>
            <ac:spMk id="66" creationId="{2C9A9DA9-7DC8-488B-A882-123947B0F3D9}"/>
          </ac:spMkLst>
        </pc:spChg>
        <pc:spChg chg="add del">
          <ac:chgData name="Navya Nalli" userId="e9be02a013d54453" providerId="LiveId" clId="{C7B466AC-8FE0-441F-8AC7-154D46FC4EC4}" dt="2026-03-26T18:39:43.662" v="312" actId="26606"/>
          <ac:spMkLst>
            <pc:docMk/>
            <pc:sldMk cId="4129215173" sldId="269"/>
            <ac:spMk id="67" creationId="{57F6BDD4-E066-4008-8011-6CC31AEB4556}"/>
          </ac:spMkLst>
        </pc:spChg>
        <pc:spChg chg="add del">
          <ac:chgData name="Navya Nalli" userId="e9be02a013d54453" providerId="LiveId" clId="{C7B466AC-8FE0-441F-8AC7-154D46FC4EC4}" dt="2026-03-26T18:39:43.662" v="312" actId="26606"/>
          <ac:spMkLst>
            <pc:docMk/>
            <pc:sldMk cId="4129215173" sldId="269"/>
            <ac:spMk id="68" creationId="{2711A8FB-68FC-45FC-B01E-38F809E2D439}"/>
          </ac:spMkLst>
        </pc:spChg>
        <pc:spChg chg="add del">
          <ac:chgData name="Navya Nalli" userId="e9be02a013d54453" providerId="LiveId" clId="{C7B466AC-8FE0-441F-8AC7-154D46FC4EC4}" dt="2026-03-26T18:39:43.662" v="312" actId="26606"/>
          <ac:spMkLst>
            <pc:docMk/>
            <pc:sldMk cId="4129215173" sldId="269"/>
            <ac:spMk id="69" creationId="{2A865FE3-5FC9-4049-87CF-30019C46C0F5}"/>
          </ac:spMkLst>
        </pc:spChg>
        <pc:spChg chg="add del">
          <ac:chgData name="Navya Nalli" userId="e9be02a013d54453" providerId="LiveId" clId="{C7B466AC-8FE0-441F-8AC7-154D46FC4EC4}" dt="2026-03-26T18:39:47.498" v="314" actId="26606"/>
          <ac:spMkLst>
            <pc:docMk/>
            <pc:sldMk cId="4129215173" sldId="269"/>
            <ac:spMk id="71" creationId="{4AC6B390-BC59-4F1D-A0EE-D71A92F0A0B2}"/>
          </ac:spMkLst>
        </pc:spChg>
        <pc:spChg chg="add del">
          <ac:chgData name="Navya Nalli" userId="e9be02a013d54453" providerId="LiveId" clId="{C7B466AC-8FE0-441F-8AC7-154D46FC4EC4}" dt="2026-03-26T18:39:47.498" v="314" actId="26606"/>
          <ac:spMkLst>
            <pc:docMk/>
            <pc:sldMk cId="4129215173" sldId="269"/>
            <ac:spMk id="72" creationId="{B6C60D79-16F1-4C4B-B7E3-7634E7069CDE}"/>
          </ac:spMkLst>
        </pc:spChg>
        <pc:spChg chg="add del">
          <ac:chgData name="Navya Nalli" userId="e9be02a013d54453" providerId="LiveId" clId="{C7B466AC-8FE0-441F-8AC7-154D46FC4EC4}" dt="2026-03-26T18:39:47.498" v="314" actId="26606"/>
          <ac:spMkLst>
            <pc:docMk/>
            <pc:sldMk cId="4129215173" sldId="269"/>
            <ac:spMk id="73" creationId="{426B127E-6498-4C77-9C9D-4553A5113B80}"/>
          </ac:spMkLst>
        </pc:spChg>
        <pc:spChg chg="add del">
          <ac:chgData name="Navya Nalli" userId="e9be02a013d54453" providerId="LiveId" clId="{C7B466AC-8FE0-441F-8AC7-154D46FC4EC4}" dt="2026-03-26T18:39:52.209" v="316" actId="26606"/>
          <ac:spMkLst>
            <pc:docMk/>
            <pc:sldMk cId="4129215173" sldId="269"/>
            <ac:spMk id="75" creationId="{743AA782-23D1-4521-8CAD-47662984AA08}"/>
          </ac:spMkLst>
        </pc:spChg>
        <pc:spChg chg="add del">
          <ac:chgData name="Navya Nalli" userId="e9be02a013d54453" providerId="LiveId" clId="{C7B466AC-8FE0-441F-8AC7-154D46FC4EC4}" dt="2026-03-26T18:39:52.209" v="316" actId="26606"/>
          <ac:spMkLst>
            <pc:docMk/>
            <pc:sldMk cId="4129215173" sldId="269"/>
            <ac:spMk id="76" creationId="{71877DBC-BB60-40F0-AC93-2ACDBAAE60CE}"/>
          </ac:spMkLst>
        </pc:spChg>
        <pc:spChg chg="add del">
          <ac:chgData name="Navya Nalli" userId="e9be02a013d54453" providerId="LiveId" clId="{C7B466AC-8FE0-441F-8AC7-154D46FC4EC4}" dt="2026-03-26T18:39:55.127" v="318" actId="26606"/>
          <ac:spMkLst>
            <pc:docMk/>
            <pc:sldMk cId="4129215173" sldId="269"/>
            <ac:spMk id="78" creationId="{979E27D9-03C7-44E2-9FF8-15D0C8506AF7}"/>
          </ac:spMkLst>
        </pc:spChg>
        <pc:spChg chg="add del">
          <ac:chgData name="Navya Nalli" userId="e9be02a013d54453" providerId="LiveId" clId="{C7B466AC-8FE0-441F-8AC7-154D46FC4EC4}" dt="2026-03-26T18:39:55.127" v="318" actId="26606"/>
          <ac:spMkLst>
            <pc:docMk/>
            <pc:sldMk cId="4129215173" sldId="269"/>
            <ac:spMk id="79" creationId="{EEBF1590-3B36-48EE-A89D-3B6F3CB256AB}"/>
          </ac:spMkLst>
        </pc:spChg>
        <pc:spChg chg="add del">
          <ac:chgData name="Navya Nalli" userId="e9be02a013d54453" providerId="LiveId" clId="{C7B466AC-8FE0-441F-8AC7-154D46FC4EC4}" dt="2026-03-26T18:39:55.127" v="318" actId="26606"/>
          <ac:spMkLst>
            <pc:docMk/>
            <pc:sldMk cId="4129215173" sldId="269"/>
            <ac:spMk id="80" creationId="{AC8F6C8C-AB5A-4548-942D-E3FD40ACBC49}"/>
          </ac:spMkLst>
        </pc:spChg>
        <pc:spChg chg="add del">
          <ac:chgData name="Navya Nalli" userId="e9be02a013d54453" providerId="LiveId" clId="{C7B466AC-8FE0-441F-8AC7-154D46FC4EC4}" dt="2026-03-26T19:27:51.511" v="495" actId="26606"/>
          <ac:spMkLst>
            <pc:docMk/>
            <pc:sldMk cId="4129215173" sldId="269"/>
            <ac:spMk id="82" creationId="{7FF47CB7-972F-479F-A36D-9E72D26EC8DA}"/>
          </ac:spMkLst>
        </pc:spChg>
        <pc:spChg chg="add del">
          <ac:chgData name="Navya Nalli" userId="e9be02a013d54453" providerId="LiveId" clId="{C7B466AC-8FE0-441F-8AC7-154D46FC4EC4}" dt="2026-03-26T19:27:51.511" v="495" actId="26606"/>
          <ac:spMkLst>
            <pc:docMk/>
            <pc:sldMk cId="4129215173" sldId="269"/>
            <ac:spMk id="83" creationId="{0D153B68-5844-490D-8E67-F616D6D721CA}"/>
          </ac:spMkLst>
        </pc:spChg>
        <pc:spChg chg="add del">
          <ac:chgData name="Navya Nalli" userId="e9be02a013d54453" providerId="LiveId" clId="{C7B466AC-8FE0-441F-8AC7-154D46FC4EC4}" dt="2026-03-26T19:27:51.511" v="495" actId="26606"/>
          <ac:spMkLst>
            <pc:docMk/>
            <pc:sldMk cId="4129215173" sldId="269"/>
            <ac:spMk id="84" creationId="{9A0D773F-7A7D-4DBB-9DEA-86BB8B8F4BC8}"/>
          </ac:spMkLst>
        </pc:spChg>
        <pc:spChg chg="add">
          <ac:chgData name="Navya Nalli" userId="e9be02a013d54453" providerId="LiveId" clId="{C7B466AC-8FE0-441F-8AC7-154D46FC4EC4}" dt="2026-03-26T19:27:51.511" v="495" actId="26606"/>
          <ac:spMkLst>
            <pc:docMk/>
            <pc:sldMk cId="4129215173" sldId="269"/>
            <ac:spMk id="89" creationId="{1E020063-2385-44AC-BD67-258E1F0B9FCE}"/>
          </ac:spMkLst>
        </pc:spChg>
        <pc:spChg chg="add">
          <ac:chgData name="Navya Nalli" userId="e9be02a013d54453" providerId="LiveId" clId="{C7B466AC-8FE0-441F-8AC7-154D46FC4EC4}" dt="2026-03-26T19:27:51.511" v="495" actId="26606"/>
          <ac:spMkLst>
            <pc:docMk/>
            <pc:sldMk cId="4129215173" sldId="269"/>
            <ac:spMk id="91" creationId="{7E014A0B-5338-4077-AFE9-A90D04D4492B}"/>
          </ac:spMkLst>
        </pc:spChg>
        <pc:grpChg chg="add">
          <ac:chgData name="Navya Nalli" userId="e9be02a013d54453" providerId="LiveId" clId="{C7B466AC-8FE0-441F-8AC7-154D46FC4EC4}" dt="2026-03-26T19:27:51.511" v="495" actId="26606"/>
          <ac:grpSpMkLst>
            <pc:docMk/>
            <pc:sldMk cId="4129215173" sldId="269"/>
            <ac:grpSpMk id="93" creationId="{78127680-150F-4A90-9950-F66392578116}"/>
          </ac:grpSpMkLst>
        </pc:grpChg>
        <pc:grpChg chg="add">
          <ac:chgData name="Navya Nalli" userId="e9be02a013d54453" providerId="LiveId" clId="{C7B466AC-8FE0-441F-8AC7-154D46FC4EC4}" dt="2026-03-26T19:27:51.511" v="495" actId="26606"/>
          <ac:grpSpMkLst>
            <pc:docMk/>
            <pc:sldMk cId="4129215173" sldId="269"/>
            <ac:grpSpMk id="99" creationId="{466920E5-8640-4C24-A775-8647637094A7}"/>
          </ac:grpSpMkLst>
        </pc:grpChg>
        <pc:picChg chg="add mod ord">
          <ac:chgData name="Navya Nalli" userId="e9be02a013d54453" providerId="LiveId" clId="{C7B466AC-8FE0-441F-8AC7-154D46FC4EC4}" dt="2026-03-26T19:27:51.511" v="495" actId="26606"/>
          <ac:picMkLst>
            <pc:docMk/>
            <pc:sldMk cId="4129215173" sldId="269"/>
            <ac:picMk id="4" creationId="{C350A9C1-F9B5-7A4E-89D0-C43DA902FD4D}"/>
          </ac:picMkLst>
        </pc:picChg>
      </pc:sldChg>
      <pc:sldChg chg="addSp delSp modSp new mod setBg">
        <pc:chgData name="Navya Nalli" userId="e9be02a013d54453" providerId="LiveId" clId="{C7B466AC-8FE0-441F-8AC7-154D46FC4EC4}" dt="2026-03-27T00:16:14.038" v="843" actId="2711"/>
        <pc:sldMkLst>
          <pc:docMk/>
          <pc:sldMk cId="3877348979" sldId="270"/>
        </pc:sldMkLst>
        <pc:spChg chg="mod">
          <ac:chgData name="Navya Nalli" userId="e9be02a013d54453" providerId="LiveId" clId="{C7B466AC-8FE0-441F-8AC7-154D46FC4EC4}" dt="2026-03-26T19:49:46.585" v="657" actId="20577"/>
          <ac:spMkLst>
            <pc:docMk/>
            <pc:sldMk cId="3877348979" sldId="270"/>
            <ac:spMk id="2" creationId="{255F6256-9C34-A0FB-46FC-8B8A94CDA078}"/>
          </ac:spMkLst>
        </pc:spChg>
        <pc:spChg chg="mod">
          <ac:chgData name="Navya Nalli" userId="e9be02a013d54453" providerId="LiveId" clId="{C7B466AC-8FE0-441F-8AC7-154D46FC4EC4}" dt="2026-03-27T00:16:14.038" v="843" actId="2711"/>
          <ac:spMkLst>
            <pc:docMk/>
            <pc:sldMk cId="3877348979" sldId="270"/>
            <ac:spMk id="3" creationId="{E7891753-6C53-D112-4526-E1FF8970FE96}"/>
          </ac:spMkLst>
        </pc:spChg>
        <pc:spChg chg="add del">
          <ac:chgData name="Navya Nalli" userId="e9be02a013d54453" providerId="LiveId" clId="{C7B466AC-8FE0-441F-8AC7-154D46FC4EC4}" dt="2026-03-26T19:34:05.957" v="596" actId="26606"/>
          <ac:spMkLst>
            <pc:docMk/>
            <pc:sldMk cId="3877348979" sldId="270"/>
            <ac:spMk id="9" creationId="{7FF47CB7-972F-479F-A36D-9E72D26EC8DA}"/>
          </ac:spMkLst>
        </pc:spChg>
        <pc:spChg chg="add del">
          <ac:chgData name="Navya Nalli" userId="e9be02a013d54453" providerId="LiveId" clId="{C7B466AC-8FE0-441F-8AC7-154D46FC4EC4}" dt="2026-03-26T19:34:05.957" v="596" actId="26606"/>
          <ac:spMkLst>
            <pc:docMk/>
            <pc:sldMk cId="3877348979" sldId="270"/>
            <ac:spMk id="11" creationId="{0D153B68-5844-490D-8E67-F616D6D721CA}"/>
          </ac:spMkLst>
        </pc:spChg>
        <pc:spChg chg="add del">
          <ac:chgData name="Navya Nalli" userId="e9be02a013d54453" providerId="LiveId" clId="{C7B466AC-8FE0-441F-8AC7-154D46FC4EC4}" dt="2026-03-26T19:34:05.957" v="596" actId="26606"/>
          <ac:spMkLst>
            <pc:docMk/>
            <pc:sldMk cId="3877348979" sldId="270"/>
            <ac:spMk id="13" creationId="{9A0D773F-7A7D-4DBB-9DEA-86BB8B8F4BC8}"/>
          </ac:spMkLst>
        </pc:spChg>
        <pc:spChg chg="add">
          <ac:chgData name="Navya Nalli" userId="e9be02a013d54453" providerId="LiveId" clId="{C7B466AC-8FE0-441F-8AC7-154D46FC4EC4}" dt="2026-03-26T19:34:05.957" v="596" actId="26606"/>
          <ac:spMkLst>
            <pc:docMk/>
            <pc:sldMk cId="3877348979" sldId="270"/>
            <ac:spMk id="18" creationId="{1E020063-2385-44AC-BD67-258E1F0B9FCE}"/>
          </ac:spMkLst>
        </pc:spChg>
        <pc:spChg chg="add">
          <ac:chgData name="Navya Nalli" userId="e9be02a013d54453" providerId="LiveId" clId="{C7B466AC-8FE0-441F-8AC7-154D46FC4EC4}" dt="2026-03-26T19:34:05.957" v="596" actId="26606"/>
          <ac:spMkLst>
            <pc:docMk/>
            <pc:sldMk cId="3877348979" sldId="270"/>
            <ac:spMk id="20" creationId="{7E014A0B-5338-4077-AFE9-A90D04D4492B}"/>
          </ac:spMkLst>
        </pc:spChg>
        <pc:grpChg chg="add">
          <ac:chgData name="Navya Nalli" userId="e9be02a013d54453" providerId="LiveId" clId="{C7B466AC-8FE0-441F-8AC7-154D46FC4EC4}" dt="2026-03-26T19:34:05.957" v="596" actId="26606"/>
          <ac:grpSpMkLst>
            <pc:docMk/>
            <pc:sldMk cId="3877348979" sldId="270"/>
            <ac:grpSpMk id="22" creationId="{78127680-150F-4A90-9950-F66392578116}"/>
          </ac:grpSpMkLst>
        </pc:grpChg>
        <pc:grpChg chg="add">
          <ac:chgData name="Navya Nalli" userId="e9be02a013d54453" providerId="LiveId" clId="{C7B466AC-8FE0-441F-8AC7-154D46FC4EC4}" dt="2026-03-26T19:34:05.957" v="596" actId="26606"/>
          <ac:grpSpMkLst>
            <pc:docMk/>
            <pc:sldMk cId="3877348979" sldId="270"/>
            <ac:grpSpMk id="28" creationId="{466920E5-8640-4C24-A775-8647637094A7}"/>
          </ac:grpSpMkLst>
        </pc:grpChg>
        <pc:picChg chg="add mod">
          <ac:chgData name="Navya Nalli" userId="e9be02a013d54453" providerId="LiveId" clId="{C7B466AC-8FE0-441F-8AC7-154D46FC4EC4}" dt="2026-03-26T19:34:05.957" v="596" actId="26606"/>
          <ac:picMkLst>
            <pc:docMk/>
            <pc:sldMk cId="3877348979" sldId="270"/>
            <ac:picMk id="4" creationId="{97E14679-C181-7A42-E1AB-9F212A53E98D}"/>
          </ac:picMkLst>
        </pc:picChg>
      </pc:sldChg>
      <pc:sldChg chg="addSp delSp modSp new mod setBg">
        <pc:chgData name="Navya Nalli" userId="e9be02a013d54453" providerId="LiveId" clId="{C7B466AC-8FE0-441F-8AC7-154D46FC4EC4}" dt="2026-03-27T00:16:04.112" v="842" actId="2711"/>
        <pc:sldMkLst>
          <pc:docMk/>
          <pc:sldMk cId="981516026" sldId="271"/>
        </pc:sldMkLst>
        <pc:spChg chg="mod">
          <ac:chgData name="Navya Nalli" userId="e9be02a013d54453" providerId="LiveId" clId="{C7B466AC-8FE0-441F-8AC7-154D46FC4EC4}" dt="2026-03-26T19:49:50.882" v="658" actId="20577"/>
          <ac:spMkLst>
            <pc:docMk/>
            <pc:sldMk cId="981516026" sldId="271"/>
            <ac:spMk id="2" creationId="{F1898386-D71B-5C46-345E-8A8955260508}"/>
          </ac:spMkLst>
        </pc:spChg>
        <pc:spChg chg="mod">
          <ac:chgData name="Navya Nalli" userId="e9be02a013d54453" providerId="LiveId" clId="{C7B466AC-8FE0-441F-8AC7-154D46FC4EC4}" dt="2026-03-27T00:16:04.112" v="842" actId="2711"/>
          <ac:spMkLst>
            <pc:docMk/>
            <pc:sldMk cId="981516026" sldId="271"/>
            <ac:spMk id="3" creationId="{329CF4DC-C49F-8538-B295-581DAB45B181}"/>
          </ac:spMkLst>
        </pc:spChg>
        <pc:spChg chg="add del">
          <ac:chgData name="Navya Nalli" userId="e9be02a013d54453" providerId="LiveId" clId="{C7B466AC-8FE0-441F-8AC7-154D46FC4EC4}" dt="2026-03-26T19:34:02.403" v="595" actId="26606"/>
          <ac:spMkLst>
            <pc:docMk/>
            <pc:sldMk cId="981516026" sldId="271"/>
            <ac:spMk id="9" creationId="{7FF47CB7-972F-479F-A36D-9E72D26EC8DA}"/>
          </ac:spMkLst>
        </pc:spChg>
        <pc:spChg chg="add del">
          <ac:chgData name="Navya Nalli" userId="e9be02a013d54453" providerId="LiveId" clId="{C7B466AC-8FE0-441F-8AC7-154D46FC4EC4}" dt="2026-03-26T19:34:02.403" v="595" actId="26606"/>
          <ac:spMkLst>
            <pc:docMk/>
            <pc:sldMk cId="981516026" sldId="271"/>
            <ac:spMk id="11" creationId="{0D153B68-5844-490D-8E67-F616D6D721CA}"/>
          </ac:spMkLst>
        </pc:spChg>
        <pc:spChg chg="add del">
          <ac:chgData name="Navya Nalli" userId="e9be02a013d54453" providerId="LiveId" clId="{C7B466AC-8FE0-441F-8AC7-154D46FC4EC4}" dt="2026-03-26T19:34:02.403" v="595" actId="26606"/>
          <ac:spMkLst>
            <pc:docMk/>
            <pc:sldMk cId="981516026" sldId="271"/>
            <ac:spMk id="13" creationId="{9A0D773F-7A7D-4DBB-9DEA-86BB8B8F4BC8}"/>
          </ac:spMkLst>
        </pc:spChg>
        <pc:spChg chg="add">
          <ac:chgData name="Navya Nalli" userId="e9be02a013d54453" providerId="LiveId" clId="{C7B466AC-8FE0-441F-8AC7-154D46FC4EC4}" dt="2026-03-26T19:34:02.403" v="595" actId="26606"/>
          <ac:spMkLst>
            <pc:docMk/>
            <pc:sldMk cId="981516026" sldId="271"/>
            <ac:spMk id="18" creationId="{1E020063-2385-44AC-BD67-258E1F0B9FCE}"/>
          </ac:spMkLst>
        </pc:spChg>
        <pc:spChg chg="add">
          <ac:chgData name="Navya Nalli" userId="e9be02a013d54453" providerId="LiveId" clId="{C7B466AC-8FE0-441F-8AC7-154D46FC4EC4}" dt="2026-03-26T19:34:02.403" v="595" actId="26606"/>
          <ac:spMkLst>
            <pc:docMk/>
            <pc:sldMk cId="981516026" sldId="271"/>
            <ac:spMk id="20" creationId="{7E014A0B-5338-4077-AFE9-A90D04D4492B}"/>
          </ac:spMkLst>
        </pc:spChg>
        <pc:grpChg chg="add">
          <ac:chgData name="Navya Nalli" userId="e9be02a013d54453" providerId="LiveId" clId="{C7B466AC-8FE0-441F-8AC7-154D46FC4EC4}" dt="2026-03-26T19:34:02.403" v="595" actId="26606"/>
          <ac:grpSpMkLst>
            <pc:docMk/>
            <pc:sldMk cId="981516026" sldId="271"/>
            <ac:grpSpMk id="22" creationId="{78127680-150F-4A90-9950-F66392578116}"/>
          </ac:grpSpMkLst>
        </pc:grpChg>
        <pc:grpChg chg="add">
          <ac:chgData name="Navya Nalli" userId="e9be02a013d54453" providerId="LiveId" clId="{C7B466AC-8FE0-441F-8AC7-154D46FC4EC4}" dt="2026-03-26T19:34:02.403" v="595" actId="26606"/>
          <ac:grpSpMkLst>
            <pc:docMk/>
            <pc:sldMk cId="981516026" sldId="271"/>
            <ac:grpSpMk id="28" creationId="{466920E5-8640-4C24-A775-8647637094A7}"/>
          </ac:grpSpMkLst>
        </pc:grpChg>
        <pc:picChg chg="add mod">
          <ac:chgData name="Navya Nalli" userId="e9be02a013d54453" providerId="LiveId" clId="{C7B466AC-8FE0-441F-8AC7-154D46FC4EC4}" dt="2026-03-26T19:34:02.403" v="595" actId="26606"/>
          <ac:picMkLst>
            <pc:docMk/>
            <pc:sldMk cId="981516026" sldId="271"/>
            <ac:picMk id="4" creationId="{59FCBCB6-EC8E-511E-10C1-5075506B768C}"/>
          </ac:picMkLst>
        </pc:picChg>
      </pc:sldChg>
      <pc:sldChg chg="addSp delSp modSp new mod">
        <pc:chgData name="Navya Nalli" userId="e9be02a013d54453" providerId="LiveId" clId="{C7B466AC-8FE0-441F-8AC7-154D46FC4EC4}" dt="2026-03-27T00:16:38.751" v="844" actId="255"/>
        <pc:sldMkLst>
          <pc:docMk/>
          <pc:sldMk cId="3625951590" sldId="272"/>
        </pc:sldMkLst>
        <pc:spChg chg="mod">
          <ac:chgData name="Navya Nalli" userId="e9be02a013d54453" providerId="LiveId" clId="{C7B466AC-8FE0-441F-8AC7-154D46FC4EC4}" dt="2026-03-27T00:16:38.751" v="844" actId="255"/>
          <ac:spMkLst>
            <pc:docMk/>
            <pc:sldMk cId="3625951590" sldId="272"/>
            <ac:spMk id="2" creationId="{7933E1DC-1E41-10E4-19F4-5088ED9EE6D7}"/>
          </ac:spMkLst>
        </pc:spChg>
        <pc:spChg chg="del">
          <ac:chgData name="Navya Nalli" userId="e9be02a013d54453" providerId="LiveId" clId="{C7B466AC-8FE0-441F-8AC7-154D46FC4EC4}" dt="2026-03-26T19:07:34.942" v="411" actId="3680"/>
          <ac:spMkLst>
            <pc:docMk/>
            <pc:sldMk cId="3625951590" sldId="272"/>
            <ac:spMk id="3" creationId="{A1D1D650-F2D1-7608-E45E-351AF4057499}"/>
          </ac:spMkLst>
        </pc:spChg>
        <pc:graphicFrameChg chg="add mod ord modGraphic">
          <ac:chgData name="Navya Nalli" userId="e9be02a013d54453" providerId="LiveId" clId="{C7B466AC-8FE0-441F-8AC7-154D46FC4EC4}" dt="2026-03-26T19:50:34.872" v="662" actId="14100"/>
          <ac:graphicFrameMkLst>
            <pc:docMk/>
            <pc:sldMk cId="3625951590" sldId="272"/>
            <ac:graphicFrameMk id="4" creationId="{216DF21E-9EE7-1670-9C83-443180447AAC}"/>
          </ac:graphicFrameMkLst>
        </pc:graphicFrameChg>
        <pc:picChg chg="add mod">
          <ac:chgData name="Navya Nalli" userId="e9be02a013d54453" providerId="LiveId" clId="{C7B466AC-8FE0-441F-8AC7-154D46FC4EC4}" dt="2026-03-26T19:08:51.127" v="423" actId="14100"/>
          <ac:picMkLst>
            <pc:docMk/>
            <pc:sldMk cId="3625951590" sldId="272"/>
            <ac:picMk id="5" creationId="{1B521155-849E-4688-8609-E66C421526AD}"/>
          </ac:picMkLst>
        </pc:picChg>
      </pc:sldChg>
      <pc:sldChg chg="addSp delSp modSp new mod setBg">
        <pc:chgData name="Navya Nalli" userId="e9be02a013d54453" providerId="LiveId" clId="{C7B466AC-8FE0-441F-8AC7-154D46FC4EC4}" dt="2026-03-27T00:17:03.598" v="846" actId="2711"/>
        <pc:sldMkLst>
          <pc:docMk/>
          <pc:sldMk cId="3789031621" sldId="273"/>
        </pc:sldMkLst>
        <pc:spChg chg="mod">
          <ac:chgData name="Navya Nalli" userId="e9be02a013d54453" providerId="LiveId" clId="{C7B466AC-8FE0-441F-8AC7-154D46FC4EC4}" dt="2026-03-26T19:51:06.180" v="665" actId="113"/>
          <ac:spMkLst>
            <pc:docMk/>
            <pc:sldMk cId="3789031621" sldId="273"/>
            <ac:spMk id="2" creationId="{2E39EFF4-594B-B1CF-3C45-E9DF01BAA005}"/>
          </ac:spMkLst>
        </pc:spChg>
        <pc:spChg chg="mod">
          <ac:chgData name="Navya Nalli" userId="e9be02a013d54453" providerId="LiveId" clId="{C7B466AC-8FE0-441F-8AC7-154D46FC4EC4}" dt="2026-03-27T00:17:03.598" v="846" actId="2711"/>
          <ac:spMkLst>
            <pc:docMk/>
            <pc:sldMk cId="3789031621" sldId="273"/>
            <ac:spMk id="3" creationId="{FD00673D-FDC9-480A-6F15-ECC29CBC03FC}"/>
          </ac:spMkLst>
        </pc:spChg>
        <pc:spChg chg="add del">
          <ac:chgData name="Navya Nalli" userId="e9be02a013d54453" providerId="LiveId" clId="{C7B466AC-8FE0-441F-8AC7-154D46FC4EC4}" dt="2026-03-26T19:34:25.679" v="599" actId="26606"/>
          <ac:spMkLst>
            <pc:docMk/>
            <pc:sldMk cId="3789031621" sldId="273"/>
            <ac:spMk id="8" creationId="{D038248A-211C-4EEC-8401-C761B929FB52}"/>
          </ac:spMkLst>
        </pc:spChg>
        <pc:spChg chg="add del">
          <ac:chgData name="Navya Nalli" userId="e9be02a013d54453" providerId="LiveId" clId="{C7B466AC-8FE0-441F-8AC7-154D46FC4EC4}" dt="2026-03-26T19:34:25.679" v="599" actId="26606"/>
          <ac:spMkLst>
            <pc:docMk/>
            <pc:sldMk cId="3789031621" sldId="273"/>
            <ac:spMk id="10" creationId="{C30A849F-66D9-40C8-BEC8-35AFF8F4568F}"/>
          </ac:spMkLst>
        </pc:spChg>
        <pc:spChg chg="add del">
          <ac:chgData name="Navya Nalli" userId="e9be02a013d54453" providerId="LiveId" clId="{C7B466AC-8FE0-441F-8AC7-154D46FC4EC4}" dt="2026-03-26T19:34:36.400" v="601" actId="26606"/>
          <ac:spMkLst>
            <pc:docMk/>
            <pc:sldMk cId="3789031621" sldId="273"/>
            <ac:spMk id="24" creationId="{18873D23-2DCF-4B31-A009-95721C06E8E1}"/>
          </ac:spMkLst>
        </pc:spChg>
        <pc:spChg chg="add del">
          <ac:chgData name="Navya Nalli" userId="e9be02a013d54453" providerId="LiveId" clId="{C7B466AC-8FE0-441F-8AC7-154D46FC4EC4}" dt="2026-03-26T19:34:36.400" v="601" actId="26606"/>
          <ac:spMkLst>
            <pc:docMk/>
            <pc:sldMk cId="3789031621" sldId="273"/>
            <ac:spMk id="25" creationId="{C13EF075-D4EF-4929-ADBC-91B27DA19955}"/>
          </ac:spMkLst>
        </pc:spChg>
        <pc:spChg chg="add">
          <ac:chgData name="Navya Nalli" userId="e9be02a013d54453" providerId="LiveId" clId="{C7B466AC-8FE0-441F-8AC7-154D46FC4EC4}" dt="2026-03-26T19:34:36.400" v="601" actId="26606"/>
          <ac:spMkLst>
            <pc:docMk/>
            <pc:sldMk cId="3789031621" sldId="273"/>
            <ac:spMk id="35" creationId="{CF75AD06-DFC4-4B3A-8490-330823D081CF}"/>
          </ac:spMkLst>
        </pc:spChg>
        <pc:spChg chg="add">
          <ac:chgData name="Navya Nalli" userId="e9be02a013d54453" providerId="LiveId" clId="{C7B466AC-8FE0-441F-8AC7-154D46FC4EC4}" dt="2026-03-26T19:34:36.400" v="601" actId="26606"/>
          <ac:spMkLst>
            <pc:docMk/>
            <pc:sldMk cId="3789031621" sldId="273"/>
            <ac:spMk id="37" creationId="{FC587C93-0840-40DF-96D5-D1F2137E6449}"/>
          </ac:spMkLst>
        </pc:spChg>
        <pc:grpChg chg="add del">
          <ac:chgData name="Navya Nalli" userId="e9be02a013d54453" providerId="LiveId" clId="{C7B466AC-8FE0-441F-8AC7-154D46FC4EC4}" dt="2026-03-26T19:34:25.679" v="599" actId="26606"/>
          <ac:grpSpMkLst>
            <pc:docMk/>
            <pc:sldMk cId="3789031621" sldId="273"/>
            <ac:grpSpMk id="12" creationId="{04542298-A2B1-480F-A11C-A40EDD19B857}"/>
          </ac:grpSpMkLst>
        </pc:grpChg>
        <pc:grpChg chg="add del">
          <ac:chgData name="Navya Nalli" userId="e9be02a013d54453" providerId="LiveId" clId="{C7B466AC-8FE0-441F-8AC7-154D46FC4EC4}" dt="2026-03-26T19:34:25.679" v="599" actId="26606"/>
          <ac:grpSpMkLst>
            <pc:docMk/>
            <pc:sldMk cId="3789031621" sldId="273"/>
            <ac:grpSpMk id="18" creationId="{2A5C9C35-2375-49EB-B99C-17C87D42FE7C}"/>
          </ac:grpSpMkLst>
        </pc:grpChg>
        <pc:grpChg chg="add del">
          <ac:chgData name="Navya Nalli" userId="e9be02a013d54453" providerId="LiveId" clId="{C7B466AC-8FE0-441F-8AC7-154D46FC4EC4}" dt="2026-03-26T19:34:36.400" v="601" actId="26606"/>
          <ac:grpSpMkLst>
            <pc:docMk/>
            <pc:sldMk cId="3789031621" sldId="273"/>
            <ac:grpSpMk id="26" creationId="{DAA26DFA-AAB2-4973-9C17-16D587C7B198}"/>
          </ac:grpSpMkLst>
        </pc:grpChg>
        <pc:grpChg chg="add">
          <ac:chgData name="Navya Nalli" userId="e9be02a013d54453" providerId="LiveId" clId="{C7B466AC-8FE0-441F-8AC7-154D46FC4EC4}" dt="2026-03-26T19:34:36.400" v="601" actId="26606"/>
          <ac:grpSpMkLst>
            <pc:docMk/>
            <pc:sldMk cId="3789031621" sldId="273"/>
            <ac:grpSpMk id="39" creationId="{5E02D55A-F529-4B19-BAF9-F63240A7B490}"/>
          </ac:grpSpMkLst>
        </pc:grpChg>
        <pc:grpChg chg="add">
          <ac:chgData name="Navya Nalli" userId="e9be02a013d54453" providerId="LiveId" clId="{C7B466AC-8FE0-441F-8AC7-154D46FC4EC4}" dt="2026-03-26T19:34:36.400" v="601" actId="26606"/>
          <ac:grpSpMkLst>
            <pc:docMk/>
            <pc:sldMk cId="3789031621" sldId="273"/>
            <ac:grpSpMk id="45" creationId="{47A3A52F-BCB3-444D-9372-EE018B135C49}"/>
          </ac:grpSpMkLst>
        </pc:grpChg>
      </pc:sldChg>
      <pc:sldChg chg="addSp modSp new mod setBg">
        <pc:chgData name="Navya Nalli" userId="e9be02a013d54453" providerId="LiveId" clId="{C7B466AC-8FE0-441F-8AC7-154D46FC4EC4}" dt="2026-03-27T00:17:13.200" v="847" actId="2711"/>
        <pc:sldMkLst>
          <pc:docMk/>
          <pc:sldMk cId="546485652" sldId="274"/>
        </pc:sldMkLst>
        <pc:spChg chg="mod">
          <ac:chgData name="Navya Nalli" userId="e9be02a013d54453" providerId="LiveId" clId="{C7B466AC-8FE0-441F-8AC7-154D46FC4EC4}" dt="2026-03-26T19:51:38.717" v="668" actId="113"/>
          <ac:spMkLst>
            <pc:docMk/>
            <pc:sldMk cId="546485652" sldId="274"/>
            <ac:spMk id="2" creationId="{C6D42F06-B88C-7763-CB86-7E004BDDD4AA}"/>
          </ac:spMkLst>
        </pc:spChg>
        <pc:spChg chg="mod">
          <ac:chgData name="Navya Nalli" userId="e9be02a013d54453" providerId="LiveId" clId="{C7B466AC-8FE0-441F-8AC7-154D46FC4EC4}" dt="2026-03-27T00:17:13.200" v="847" actId="2711"/>
          <ac:spMkLst>
            <pc:docMk/>
            <pc:sldMk cId="546485652" sldId="274"/>
            <ac:spMk id="3" creationId="{E1A80A06-7762-44DF-BC9C-1BC0B6703D62}"/>
          </ac:spMkLst>
        </pc:spChg>
        <pc:spChg chg="add">
          <ac:chgData name="Navya Nalli" userId="e9be02a013d54453" providerId="LiveId" clId="{C7B466AC-8FE0-441F-8AC7-154D46FC4EC4}" dt="2026-03-26T19:34:39.122" v="602" actId="26606"/>
          <ac:spMkLst>
            <pc:docMk/>
            <pc:sldMk cId="546485652" sldId="274"/>
            <ac:spMk id="8" creationId="{CF75AD06-DFC4-4B3A-8490-330823D081CF}"/>
          </ac:spMkLst>
        </pc:spChg>
        <pc:spChg chg="add">
          <ac:chgData name="Navya Nalli" userId="e9be02a013d54453" providerId="LiveId" clId="{C7B466AC-8FE0-441F-8AC7-154D46FC4EC4}" dt="2026-03-26T19:34:39.122" v="602" actId="26606"/>
          <ac:spMkLst>
            <pc:docMk/>
            <pc:sldMk cId="546485652" sldId="274"/>
            <ac:spMk id="10" creationId="{FC587C93-0840-40DF-96D5-D1F2137E6449}"/>
          </ac:spMkLst>
        </pc:spChg>
        <pc:grpChg chg="add">
          <ac:chgData name="Navya Nalli" userId="e9be02a013d54453" providerId="LiveId" clId="{C7B466AC-8FE0-441F-8AC7-154D46FC4EC4}" dt="2026-03-26T19:34:39.122" v="602" actId="26606"/>
          <ac:grpSpMkLst>
            <pc:docMk/>
            <pc:sldMk cId="546485652" sldId="274"/>
            <ac:grpSpMk id="12" creationId="{5E02D55A-F529-4B19-BAF9-F63240A7B490}"/>
          </ac:grpSpMkLst>
        </pc:grpChg>
        <pc:grpChg chg="add">
          <ac:chgData name="Navya Nalli" userId="e9be02a013d54453" providerId="LiveId" clId="{C7B466AC-8FE0-441F-8AC7-154D46FC4EC4}" dt="2026-03-26T19:34:39.122" v="602" actId="26606"/>
          <ac:grpSpMkLst>
            <pc:docMk/>
            <pc:sldMk cId="546485652" sldId="274"/>
            <ac:grpSpMk id="18" creationId="{47A3A52F-BCB3-444D-9372-EE018B135C49}"/>
          </ac:grpSpMkLst>
        </pc:grpChg>
      </pc:sldChg>
      <pc:sldChg chg="addSp delSp modSp new del mod">
        <pc:chgData name="Navya Nalli" userId="e9be02a013d54453" providerId="LiveId" clId="{C7B466AC-8FE0-441F-8AC7-154D46FC4EC4}" dt="2026-03-26T19:18:47.055" v="444" actId="2696"/>
        <pc:sldMkLst>
          <pc:docMk/>
          <pc:sldMk cId="1884003211" sldId="275"/>
        </pc:sldMkLst>
        <pc:spChg chg="del">
          <ac:chgData name="Navya Nalli" userId="e9be02a013d54453" providerId="LiveId" clId="{C7B466AC-8FE0-441F-8AC7-154D46FC4EC4}" dt="2026-03-26T19:17:04.676" v="442"/>
          <ac:spMkLst>
            <pc:docMk/>
            <pc:sldMk cId="1884003211" sldId="275"/>
            <ac:spMk id="3" creationId="{3FBE8EC0-BA88-16BD-B4C7-C201CC641A6D}"/>
          </ac:spMkLst>
        </pc:spChg>
        <pc:spChg chg="add mod">
          <ac:chgData name="Navya Nalli" userId="e9be02a013d54453" providerId="LiveId" clId="{C7B466AC-8FE0-441F-8AC7-154D46FC4EC4}" dt="2026-03-26T19:18:41.918" v="443" actId="20577"/>
          <ac:spMkLst>
            <pc:docMk/>
            <pc:sldMk cId="1884003211" sldId="275"/>
            <ac:spMk id="4" creationId="{221D14D1-1EE4-6209-74CC-DD2DF8AC2CE8}"/>
          </ac:spMkLst>
        </pc:spChg>
      </pc:sldChg>
      <pc:sldChg chg="addSp delSp modSp new mod setBg">
        <pc:chgData name="Navya Nalli" userId="e9be02a013d54453" providerId="LiveId" clId="{C7B466AC-8FE0-441F-8AC7-154D46FC4EC4}" dt="2026-03-27T01:18:10.914" v="1079" actId="1076"/>
        <pc:sldMkLst>
          <pc:docMk/>
          <pc:sldMk cId="2759939624" sldId="275"/>
        </pc:sldMkLst>
        <pc:spChg chg="mod">
          <ac:chgData name="Navya Nalli" userId="e9be02a013d54453" providerId="LiveId" clId="{C7B466AC-8FE0-441F-8AC7-154D46FC4EC4}" dt="2026-03-27T00:17:23.160" v="848" actId="113"/>
          <ac:spMkLst>
            <pc:docMk/>
            <pc:sldMk cId="2759939624" sldId="275"/>
            <ac:spMk id="2" creationId="{8907B62E-9A92-5071-F99F-E04A948E3380}"/>
          </ac:spMkLst>
        </pc:spChg>
        <pc:spChg chg="del">
          <ac:chgData name="Navya Nalli" userId="e9be02a013d54453" providerId="LiveId" clId="{C7B466AC-8FE0-441F-8AC7-154D46FC4EC4}" dt="2026-03-26T19:22:01.761" v="451"/>
          <ac:spMkLst>
            <pc:docMk/>
            <pc:sldMk cId="2759939624" sldId="275"/>
            <ac:spMk id="3" creationId="{A61AB5DA-BDF7-26C9-D3B0-25ACA09D5676}"/>
          </ac:spMkLst>
        </pc:spChg>
        <pc:spChg chg="add mod">
          <ac:chgData name="Navya Nalli" userId="e9be02a013d54453" providerId="LiveId" clId="{C7B466AC-8FE0-441F-8AC7-154D46FC4EC4}" dt="2026-03-27T01:18:10.914" v="1079" actId="1076"/>
          <ac:spMkLst>
            <pc:docMk/>
            <pc:sldMk cId="2759939624" sldId="275"/>
            <ac:spMk id="4" creationId="{5D5FB4D6-8CAD-7F4C-8EA2-66BDC8C08504}"/>
          </ac:spMkLst>
        </pc:spChg>
        <pc:spChg chg="add del">
          <ac:chgData name="Navya Nalli" userId="e9be02a013d54453" providerId="LiveId" clId="{C7B466AC-8FE0-441F-8AC7-154D46FC4EC4}" dt="2026-03-26T19:34:49.061" v="604" actId="26606"/>
          <ac:spMkLst>
            <pc:docMk/>
            <pc:sldMk cId="2759939624" sldId="275"/>
            <ac:spMk id="9" creationId="{87BF42CA-AD55-48B4-8949-C4DCA60A6AEE}"/>
          </ac:spMkLst>
        </pc:spChg>
        <pc:spChg chg="add del">
          <ac:chgData name="Navya Nalli" userId="e9be02a013d54453" providerId="LiveId" clId="{C7B466AC-8FE0-441F-8AC7-154D46FC4EC4}" dt="2026-03-26T19:34:49.061" v="604" actId="26606"/>
          <ac:spMkLst>
            <pc:docMk/>
            <pc:sldMk cId="2759939624" sldId="275"/>
            <ac:spMk id="11" creationId="{66AE1D3D-3106-4CB2-AA7C-0C1642AC0F2E}"/>
          </ac:spMkLst>
        </pc:spChg>
        <pc:spChg chg="add">
          <ac:chgData name="Navya Nalli" userId="e9be02a013d54453" providerId="LiveId" clId="{C7B466AC-8FE0-441F-8AC7-154D46FC4EC4}" dt="2026-03-26T19:34:49.080" v="605" actId="26606"/>
          <ac:spMkLst>
            <pc:docMk/>
            <pc:sldMk cId="2759939624" sldId="275"/>
            <ac:spMk id="24" creationId="{CF75AD06-DFC4-4B3A-8490-330823D081CF}"/>
          </ac:spMkLst>
        </pc:spChg>
        <pc:spChg chg="add">
          <ac:chgData name="Navya Nalli" userId="e9be02a013d54453" providerId="LiveId" clId="{C7B466AC-8FE0-441F-8AC7-154D46FC4EC4}" dt="2026-03-26T19:34:49.080" v="605" actId="26606"/>
          <ac:spMkLst>
            <pc:docMk/>
            <pc:sldMk cId="2759939624" sldId="275"/>
            <ac:spMk id="25" creationId="{FC587C93-0840-40DF-96D5-D1F2137E6449}"/>
          </ac:spMkLst>
        </pc:spChg>
        <pc:grpChg chg="add del">
          <ac:chgData name="Navya Nalli" userId="e9be02a013d54453" providerId="LiveId" clId="{C7B466AC-8FE0-441F-8AC7-154D46FC4EC4}" dt="2026-03-26T19:34:49.061" v="604" actId="26606"/>
          <ac:grpSpMkLst>
            <pc:docMk/>
            <pc:sldMk cId="2759939624" sldId="275"/>
            <ac:grpSpMk id="13" creationId="{0A31B6AF-B711-4CDB-8C2B-16E963DDC4C5}"/>
          </ac:grpSpMkLst>
        </pc:grpChg>
        <pc:grpChg chg="add">
          <ac:chgData name="Navya Nalli" userId="e9be02a013d54453" providerId="LiveId" clId="{C7B466AC-8FE0-441F-8AC7-154D46FC4EC4}" dt="2026-03-26T19:34:49.080" v="605" actId="26606"/>
          <ac:grpSpMkLst>
            <pc:docMk/>
            <pc:sldMk cId="2759939624" sldId="275"/>
            <ac:grpSpMk id="19" creationId="{47A3A52F-BCB3-444D-9372-EE018B135C49}"/>
          </ac:grpSpMkLst>
        </pc:grpChg>
        <pc:grpChg chg="add">
          <ac:chgData name="Navya Nalli" userId="e9be02a013d54453" providerId="LiveId" clId="{C7B466AC-8FE0-441F-8AC7-154D46FC4EC4}" dt="2026-03-26T19:34:49.080" v="605" actId="26606"/>
          <ac:grpSpMkLst>
            <pc:docMk/>
            <pc:sldMk cId="2759939624" sldId="275"/>
            <ac:grpSpMk id="26" creationId="{5E02D55A-F529-4B19-BAF9-F63240A7B490}"/>
          </ac:grpSpMkLst>
        </pc:grpChg>
      </pc:sldChg>
      <pc:sldChg chg="addSp delSp modSp new mod setBg">
        <pc:chgData name="Navya Nalli" userId="e9be02a013d54453" providerId="LiveId" clId="{C7B466AC-8FE0-441F-8AC7-154D46FC4EC4}" dt="2026-03-27T00:16:50.118" v="845" actId="2711"/>
        <pc:sldMkLst>
          <pc:docMk/>
          <pc:sldMk cId="2581429760" sldId="276"/>
        </pc:sldMkLst>
        <pc:spChg chg="mod">
          <ac:chgData name="Navya Nalli" userId="e9be02a013d54453" providerId="LiveId" clId="{C7B466AC-8FE0-441F-8AC7-154D46FC4EC4}" dt="2026-03-26T19:50:43.713" v="663" actId="113"/>
          <ac:spMkLst>
            <pc:docMk/>
            <pc:sldMk cId="2581429760" sldId="276"/>
            <ac:spMk id="2" creationId="{05E435C4-7781-81E3-9A98-0CF3D7EA0524}"/>
          </ac:spMkLst>
        </pc:spChg>
        <pc:spChg chg="mod ord">
          <ac:chgData name="Navya Nalli" userId="e9be02a013d54453" providerId="LiveId" clId="{C7B466AC-8FE0-441F-8AC7-154D46FC4EC4}" dt="2026-03-27T00:16:50.118" v="845" actId="2711"/>
          <ac:spMkLst>
            <pc:docMk/>
            <pc:sldMk cId="2581429760" sldId="276"/>
            <ac:spMk id="3" creationId="{0C416CCA-C143-D3B7-0970-C4205B7EF228}"/>
          </ac:spMkLst>
        </pc:spChg>
        <pc:spChg chg="add del">
          <ac:chgData name="Navya Nalli" userId="e9be02a013d54453" providerId="LiveId" clId="{C7B466AC-8FE0-441F-8AC7-154D46FC4EC4}" dt="2026-03-26T19:26:47.958" v="473" actId="26606"/>
          <ac:spMkLst>
            <pc:docMk/>
            <pc:sldMk cId="2581429760" sldId="276"/>
            <ac:spMk id="6" creationId="{637B2035-1FCB-439A-B421-095E136C7E07}"/>
          </ac:spMkLst>
        </pc:spChg>
        <pc:spChg chg="add del">
          <ac:chgData name="Navya Nalli" userId="e9be02a013d54453" providerId="LiveId" clId="{C7B466AC-8FE0-441F-8AC7-154D46FC4EC4}" dt="2026-03-26T19:26:47.958" v="473" actId="26606"/>
          <ac:spMkLst>
            <pc:docMk/>
            <pc:sldMk cId="2581429760" sldId="276"/>
            <ac:spMk id="7" creationId="{676D6CDF-C512-4739-B158-55EE955EFA39}"/>
          </ac:spMkLst>
        </pc:spChg>
        <pc:spChg chg="add del">
          <ac:chgData name="Navya Nalli" userId="e9be02a013d54453" providerId="LiveId" clId="{C7B466AC-8FE0-441F-8AC7-154D46FC4EC4}" dt="2026-03-26T19:27:42.505" v="493" actId="26606"/>
          <ac:spMkLst>
            <pc:docMk/>
            <pc:sldMk cId="2581429760" sldId="276"/>
            <ac:spMk id="8" creationId="{058A14AF-9FB5-4CC7-BA35-E8E85D3EDF0E}"/>
          </ac:spMkLst>
        </pc:spChg>
        <pc:spChg chg="add del">
          <ac:chgData name="Navya Nalli" userId="e9be02a013d54453" providerId="LiveId" clId="{C7B466AC-8FE0-441F-8AC7-154D46FC4EC4}" dt="2026-03-26T19:26:51.848" v="475" actId="26606"/>
          <ac:spMkLst>
            <pc:docMk/>
            <pc:sldMk cId="2581429760" sldId="276"/>
            <ac:spMk id="10" creationId="{131BAD53-4E89-4F62-BBB7-26359763ED39}"/>
          </ac:spMkLst>
        </pc:spChg>
        <pc:spChg chg="add del">
          <ac:chgData name="Navya Nalli" userId="e9be02a013d54453" providerId="LiveId" clId="{C7B466AC-8FE0-441F-8AC7-154D46FC4EC4}" dt="2026-03-26T19:26:32.391" v="467" actId="26606"/>
          <ac:spMkLst>
            <pc:docMk/>
            <pc:sldMk cId="2581429760" sldId="276"/>
            <ac:spMk id="11" creationId="{CF236821-17FE-429B-8D2C-08E13A64EA40}"/>
          </ac:spMkLst>
        </pc:spChg>
        <pc:spChg chg="add del">
          <ac:chgData name="Navya Nalli" userId="e9be02a013d54453" providerId="LiveId" clId="{C7B466AC-8FE0-441F-8AC7-154D46FC4EC4}" dt="2026-03-26T19:26:51.848" v="475" actId="26606"/>
          <ac:spMkLst>
            <pc:docMk/>
            <pc:sldMk cId="2581429760" sldId="276"/>
            <ac:spMk id="12" creationId="{62756DA2-40EB-4C6F-B962-5822FFB54FB6}"/>
          </ac:spMkLst>
        </pc:spChg>
        <pc:spChg chg="add del">
          <ac:chgData name="Navya Nalli" userId="e9be02a013d54453" providerId="LiveId" clId="{C7B466AC-8FE0-441F-8AC7-154D46FC4EC4}" dt="2026-03-26T19:26:29.827" v="465" actId="26606"/>
          <ac:spMkLst>
            <pc:docMk/>
            <pc:sldMk cId="2581429760" sldId="276"/>
            <ac:spMk id="13" creationId="{E659831F-0D9A-4C63-9EBB-8435B85A440F}"/>
          </ac:spMkLst>
        </pc:spChg>
        <pc:spChg chg="add del">
          <ac:chgData name="Navya Nalli" userId="e9be02a013d54453" providerId="LiveId" clId="{C7B466AC-8FE0-441F-8AC7-154D46FC4EC4}" dt="2026-03-26T19:26:29.827" v="465" actId="26606"/>
          <ac:spMkLst>
            <pc:docMk/>
            <pc:sldMk cId="2581429760" sldId="276"/>
            <ac:spMk id="14" creationId="{058A14AF-9FB5-4CC7-BA35-E8E85D3EDF0E}"/>
          </ac:spMkLst>
        </pc:spChg>
        <pc:spChg chg="add del">
          <ac:chgData name="Navya Nalli" userId="e9be02a013d54453" providerId="LiveId" clId="{C7B466AC-8FE0-441F-8AC7-154D46FC4EC4}" dt="2026-03-26T19:26:29.827" v="465" actId="26606"/>
          <ac:spMkLst>
            <pc:docMk/>
            <pc:sldMk cId="2581429760" sldId="276"/>
            <ac:spMk id="15" creationId="{E6995CE5-F890-4ABA-82A2-26507CE8D2A3}"/>
          </ac:spMkLst>
        </pc:spChg>
        <pc:spChg chg="add del">
          <ac:chgData name="Navya Nalli" userId="e9be02a013d54453" providerId="LiveId" clId="{C7B466AC-8FE0-441F-8AC7-154D46FC4EC4}" dt="2026-03-26T19:26:29.827" v="465" actId="26606"/>
          <ac:spMkLst>
            <pc:docMk/>
            <pc:sldMk cId="2581429760" sldId="276"/>
            <ac:spMk id="16" creationId="{3A9A4357-BD1D-4622-A4FE-766E6AB8DE84}"/>
          </ac:spMkLst>
        </pc:spChg>
        <pc:spChg chg="add del">
          <ac:chgData name="Navya Nalli" userId="e9be02a013d54453" providerId="LiveId" clId="{C7B466AC-8FE0-441F-8AC7-154D46FC4EC4}" dt="2026-03-26T19:26:32.391" v="467" actId="26606"/>
          <ac:spMkLst>
            <pc:docMk/>
            <pc:sldMk cId="2581429760" sldId="276"/>
            <ac:spMk id="17" creationId="{7A5F0580-5EE9-419F-96EE-B6529EF6E7D0}"/>
          </ac:spMkLst>
        </pc:spChg>
        <pc:spChg chg="add del">
          <ac:chgData name="Navya Nalli" userId="e9be02a013d54453" providerId="LiveId" clId="{C7B466AC-8FE0-441F-8AC7-154D46FC4EC4}" dt="2026-03-26T19:26:32.391" v="467" actId="26606"/>
          <ac:spMkLst>
            <pc:docMk/>
            <pc:sldMk cId="2581429760" sldId="276"/>
            <ac:spMk id="18" creationId="{0288C6B4-AFC3-407F-A595-EFFD38D4CCAF}"/>
          </ac:spMkLst>
        </pc:spChg>
        <pc:spChg chg="add del">
          <ac:chgData name="Navya Nalli" userId="e9be02a013d54453" providerId="LiveId" clId="{C7B466AC-8FE0-441F-8AC7-154D46FC4EC4}" dt="2026-03-26T19:26:32.391" v="467" actId="26606"/>
          <ac:spMkLst>
            <pc:docMk/>
            <pc:sldMk cId="2581429760" sldId="276"/>
            <ac:spMk id="19" creationId="{C0BDBCD2-E081-43AB-9119-C55465E59757}"/>
          </ac:spMkLst>
        </pc:spChg>
        <pc:spChg chg="add del">
          <ac:chgData name="Navya Nalli" userId="e9be02a013d54453" providerId="LiveId" clId="{C7B466AC-8FE0-441F-8AC7-154D46FC4EC4}" dt="2026-03-26T19:26:32.391" v="467" actId="26606"/>
          <ac:spMkLst>
            <pc:docMk/>
            <pc:sldMk cId="2581429760" sldId="276"/>
            <ac:spMk id="20" creationId="{98E79BE4-34FE-485A-98A5-92CE8F7C4743}"/>
          </ac:spMkLst>
        </pc:spChg>
        <pc:spChg chg="add del">
          <ac:chgData name="Navya Nalli" userId="e9be02a013d54453" providerId="LiveId" clId="{C7B466AC-8FE0-441F-8AC7-154D46FC4EC4}" dt="2026-03-26T19:26:53.734" v="477" actId="26606"/>
          <ac:spMkLst>
            <pc:docMk/>
            <pc:sldMk cId="2581429760" sldId="276"/>
            <ac:spMk id="21" creationId="{75F47824-961D-465D-84F9-EAE11BC6173B}"/>
          </ac:spMkLst>
        </pc:spChg>
        <pc:spChg chg="add del">
          <ac:chgData name="Navya Nalli" userId="e9be02a013d54453" providerId="LiveId" clId="{C7B466AC-8FE0-441F-8AC7-154D46FC4EC4}" dt="2026-03-26T19:26:34.625" v="469" actId="26606"/>
          <ac:spMkLst>
            <pc:docMk/>
            <pc:sldMk cId="2581429760" sldId="276"/>
            <ac:spMk id="22" creationId="{0B9EE3F3-89B7-43C3-8651-C4C96830993D}"/>
          </ac:spMkLst>
        </pc:spChg>
        <pc:spChg chg="add del">
          <ac:chgData name="Navya Nalli" userId="e9be02a013d54453" providerId="LiveId" clId="{C7B466AC-8FE0-441F-8AC7-154D46FC4EC4}" dt="2026-03-26T19:26:34.625" v="469" actId="26606"/>
          <ac:spMkLst>
            <pc:docMk/>
            <pc:sldMk cId="2581429760" sldId="276"/>
            <ac:spMk id="23" creationId="{33AE4636-AEEC-45D6-84D4-7AC2DA48ECF8}"/>
          </ac:spMkLst>
        </pc:spChg>
        <pc:spChg chg="add del">
          <ac:chgData name="Navya Nalli" userId="e9be02a013d54453" providerId="LiveId" clId="{C7B466AC-8FE0-441F-8AC7-154D46FC4EC4}" dt="2026-03-26T19:26:34.625" v="469" actId="26606"/>
          <ac:spMkLst>
            <pc:docMk/>
            <pc:sldMk cId="2581429760" sldId="276"/>
            <ac:spMk id="24" creationId="{8D9CE0F4-2EB2-4F1F-8AAC-DB3571D9FE10}"/>
          </ac:spMkLst>
        </pc:spChg>
        <pc:spChg chg="add del">
          <ac:chgData name="Navya Nalli" userId="e9be02a013d54453" providerId="LiveId" clId="{C7B466AC-8FE0-441F-8AC7-154D46FC4EC4}" dt="2026-03-26T19:26:53.734" v="477" actId="26606"/>
          <ac:spMkLst>
            <pc:docMk/>
            <pc:sldMk cId="2581429760" sldId="276"/>
            <ac:spMk id="25" creationId="{1CD81A2A-6ED4-4EF4-A14C-912D31E14800}"/>
          </ac:spMkLst>
        </pc:spChg>
        <pc:spChg chg="add del">
          <ac:chgData name="Navya Nalli" userId="e9be02a013d54453" providerId="LiveId" clId="{C7B466AC-8FE0-441F-8AC7-154D46FC4EC4}" dt="2026-03-26T19:26:53.734" v="477" actId="26606"/>
          <ac:spMkLst>
            <pc:docMk/>
            <pc:sldMk cId="2581429760" sldId="276"/>
            <ac:spMk id="26" creationId="{1661932C-CA15-4E17-B115-FAE7CBEE4789}"/>
          </ac:spMkLst>
        </pc:spChg>
        <pc:spChg chg="add del">
          <ac:chgData name="Navya Nalli" userId="e9be02a013d54453" providerId="LiveId" clId="{C7B466AC-8FE0-441F-8AC7-154D46FC4EC4}" dt="2026-03-26T19:26:53.734" v="477" actId="26606"/>
          <ac:spMkLst>
            <pc:docMk/>
            <pc:sldMk cId="2581429760" sldId="276"/>
            <ac:spMk id="27" creationId="{8590ADD5-9383-4D3D-9047-3DA2593CCB5D}"/>
          </ac:spMkLst>
        </pc:spChg>
        <pc:spChg chg="add del">
          <ac:chgData name="Navya Nalli" userId="e9be02a013d54453" providerId="LiveId" clId="{C7B466AC-8FE0-441F-8AC7-154D46FC4EC4}" dt="2026-03-26T19:26:53.734" v="477" actId="26606"/>
          <ac:spMkLst>
            <pc:docMk/>
            <pc:sldMk cId="2581429760" sldId="276"/>
            <ac:spMk id="28" creationId="{DABE3E45-88CF-45D8-8D40-C773324D93F6}"/>
          </ac:spMkLst>
        </pc:spChg>
        <pc:spChg chg="add del">
          <ac:chgData name="Navya Nalli" userId="e9be02a013d54453" providerId="LiveId" clId="{C7B466AC-8FE0-441F-8AC7-154D46FC4EC4}" dt="2026-03-26T19:26:53.734" v="477" actId="26606"/>
          <ac:spMkLst>
            <pc:docMk/>
            <pc:sldMk cId="2581429760" sldId="276"/>
            <ac:spMk id="30" creationId="{B91ECDA9-56DC-4270-8F33-01C5637B8CEB}"/>
          </ac:spMkLst>
        </pc:spChg>
        <pc:spChg chg="add del">
          <ac:chgData name="Navya Nalli" userId="e9be02a013d54453" providerId="LiveId" clId="{C7B466AC-8FE0-441F-8AC7-154D46FC4EC4}" dt="2026-03-26T19:26:53.734" v="477" actId="26606"/>
          <ac:spMkLst>
            <pc:docMk/>
            <pc:sldMk cId="2581429760" sldId="276"/>
            <ac:spMk id="31" creationId="{FEC9DA3E-C1D7-472D-B7C0-F71AE41FBA23}"/>
          </ac:spMkLst>
        </pc:spChg>
        <pc:spChg chg="add del">
          <ac:chgData name="Navya Nalli" userId="e9be02a013d54453" providerId="LiveId" clId="{C7B466AC-8FE0-441F-8AC7-154D46FC4EC4}" dt="2026-03-26T19:27:42.505" v="493" actId="26606"/>
          <ac:spMkLst>
            <pc:docMk/>
            <pc:sldMk cId="2581429760" sldId="276"/>
            <ac:spMk id="32" creationId="{3A9A4357-BD1D-4622-A4FE-766E6AB8DE84}"/>
          </ac:spMkLst>
        </pc:spChg>
        <pc:spChg chg="add del">
          <ac:chgData name="Navya Nalli" userId="e9be02a013d54453" providerId="LiveId" clId="{C7B466AC-8FE0-441F-8AC7-154D46FC4EC4}" dt="2026-03-26T19:27:06.503" v="479" actId="26606"/>
          <ac:spMkLst>
            <pc:docMk/>
            <pc:sldMk cId="2581429760" sldId="276"/>
            <ac:spMk id="33" creationId="{1E020063-2385-44AC-BD67-258E1F0B9FCE}"/>
          </ac:spMkLst>
        </pc:spChg>
        <pc:spChg chg="add del">
          <ac:chgData name="Navya Nalli" userId="e9be02a013d54453" providerId="LiveId" clId="{C7B466AC-8FE0-441F-8AC7-154D46FC4EC4}" dt="2026-03-26T19:27:06.503" v="479" actId="26606"/>
          <ac:spMkLst>
            <pc:docMk/>
            <pc:sldMk cId="2581429760" sldId="276"/>
            <ac:spMk id="34" creationId="{7E014A0B-5338-4077-AFE9-A90D04D4492B}"/>
          </ac:spMkLst>
        </pc:spChg>
        <pc:spChg chg="add del">
          <ac:chgData name="Navya Nalli" userId="e9be02a013d54453" providerId="LiveId" clId="{C7B466AC-8FE0-441F-8AC7-154D46FC4EC4}" dt="2026-03-26T19:27:42.505" v="493" actId="26606"/>
          <ac:spMkLst>
            <pc:docMk/>
            <pc:sldMk cId="2581429760" sldId="276"/>
            <ac:spMk id="36" creationId="{E659831F-0D9A-4C63-9EBB-8435B85A440F}"/>
          </ac:spMkLst>
        </pc:spChg>
        <pc:spChg chg="add del">
          <ac:chgData name="Navya Nalli" userId="e9be02a013d54453" providerId="LiveId" clId="{C7B466AC-8FE0-441F-8AC7-154D46FC4EC4}" dt="2026-03-26T19:27:42.505" v="493" actId="26606"/>
          <ac:spMkLst>
            <pc:docMk/>
            <pc:sldMk cId="2581429760" sldId="276"/>
            <ac:spMk id="37" creationId="{E6995CE5-F890-4ABA-82A2-26507CE8D2A3}"/>
          </ac:spMkLst>
        </pc:spChg>
        <pc:spChg chg="add del">
          <ac:chgData name="Navya Nalli" userId="e9be02a013d54453" providerId="LiveId" clId="{C7B466AC-8FE0-441F-8AC7-154D46FC4EC4}" dt="2026-03-26T19:34:21.483" v="597" actId="26606"/>
          <ac:spMkLst>
            <pc:docMk/>
            <pc:sldMk cId="2581429760" sldId="276"/>
            <ac:spMk id="39" creationId="{131BAD53-4E89-4F62-BBB7-26359763ED39}"/>
          </ac:spMkLst>
        </pc:spChg>
        <pc:spChg chg="add del">
          <ac:chgData name="Navya Nalli" userId="e9be02a013d54453" providerId="LiveId" clId="{C7B466AC-8FE0-441F-8AC7-154D46FC4EC4}" dt="2026-03-26T19:34:21.483" v="597" actId="26606"/>
          <ac:spMkLst>
            <pc:docMk/>
            <pc:sldMk cId="2581429760" sldId="276"/>
            <ac:spMk id="41" creationId="{62756DA2-40EB-4C6F-B962-5822FFB54FB6}"/>
          </ac:spMkLst>
        </pc:spChg>
        <pc:spChg chg="add">
          <ac:chgData name="Navya Nalli" userId="e9be02a013d54453" providerId="LiveId" clId="{C7B466AC-8FE0-441F-8AC7-154D46FC4EC4}" dt="2026-03-26T19:34:21.483" v="597" actId="26606"/>
          <ac:spMkLst>
            <pc:docMk/>
            <pc:sldMk cId="2581429760" sldId="276"/>
            <ac:spMk id="43" creationId="{1E020063-2385-44AC-BD67-258E1F0B9FCE}"/>
          </ac:spMkLst>
        </pc:spChg>
        <pc:spChg chg="add del">
          <ac:chgData name="Navya Nalli" userId="e9be02a013d54453" providerId="LiveId" clId="{C7B466AC-8FE0-441F-8AC7-154D46FC4EC4}" dt="2026-03-26T19:27:13.061" v="481" actId="26606"/>
          <ac:spMkLst>
            <pc:docMk/>
            <pc:sldMk cId="2581429760" sldId="276"/>
            <ac:spMk id="46" creationId="{7ED7575E-88D2-B771-681D-46A7E55415DD}"/>
          </ac:spMkLst>
        </pc:spChg>
        <pc:spChg chg="add">
          <ac:chgData name="Navya Nalli" userId="e9be02a013d54453" providerId="LiveId" clId="{C7B466AC-8FE0-441F-8AC7-154D46FC4EC4}" dt="2026-03-26T19:34:21.483" v="597" actId="26606"/>
          <ac:spMkLst>
            <pc:docMk/>
            <pc:sldMk cId="2581429760" sldId="276"/>
            <ac:spMk id="48" creationId="{7E014A0B-5338-4077-AFE9-A90D04D4492B}"/>
          </ac:spMkLst>
        </pc:spChg>
        <pc:spChg chg="add del">
          <ac:chgData name="Navya Nalli" userId="e9be02a013d54453" providerId="LiveId" clId="{C7B466AC-8FE0-441F-8AC7-154D46FC4EC4}" dt="2026-03-26T19:27:14.850" v="483" actId="26606"/>
          <ac:spMkLst>
            <pc:docMk/>
            <pc:sldMk cId="2581429760" sldId="276"/>
            <ac:spMk id="49" creationId="{058A14AF-9FB5-4CC7-BA35-E8E85D3EDF0E}"/>
          </ac:spMkLst>
        </pc:spChg>
        <pc:spChg chg="add del">
          <ac:chgData name="Navya Nalli" userId="e9be02a013d54453" providerId="LiveId" clId="{C7B466AC-8FE0-441F-8AC7-154D46FC4EC4}" dt="2026-03-26T19:27:14.850" v="483" actId="26606"/>
          <ac:spMkLst>
            <pc:docMk/>
            <pc:sldMk cId="2581429760" sldId="276"/>
            <ac:spMk id="50" creationId="{3A9A4357-BD1D-4622-A4FE-766E6AB8DE84}"/>
          </ac:spMkLst>
        </pc:spChg>
        <pc:spChg chg="add del">
          <ac:chgData name="Navya Nalli" userId="e9be02a013d54453" providerId="LiveId" clId="{C7B466AC-8FE0-441F-8AC7-154D46FC4EC4}" dt="2026-03-26T19:27:14.850" v="483" actId="26606"/>
          <ac:spMkLst>
            <pc:docMk/>
            <pc:sldMk cId="2581429760" sldId="276"/>
            <ac:spMk id="51" creationId="{E659831F-0D9A-4C63-9EBB-8435B85A440F}"/>
          </ac:spMkLst>
        </pc:spChg>
        <pc:spChg chg="add del">
          <ac:chgData name="Navya Nalli" userId="e9be02a013d54453" providerId="LiveId" clId="{C7B466AC-8FE0-441F-8AC7-154D46FC4EC4}" dt="2026-03-26T19:27:14.850" v="483" actId="26606"/>
          <ac:spMkLst>
            <pc:docMk/>
            <pc:sldMk cId="2581429760" sldId="276"/>
            <ac:spMk id="52" creationId="{E6995CE5-F890-4ABA-82A2-26507CE8D2A3}"/>
          </ac:spMkLst>
        </pc:spChg>
        <pc:spChg chg="add del">
          <ac:chgData name="Navya Nalli" userId="e9be02a013d54453" providerId="LiveId" clId="{C7B466AC-8FE0-441F-8AC7-154D46FC4EC4}" dt="2026-03-26T19:27:16.756" v="485" actId="26606"/>
          <ac:spMkLst>
            <pc:docMk/>
            <pc:sldMk cId="2581429760" sldId="276"/>
            <ac:spMk id="54" creationId="{DBC6133C-0615-4CE4-9132-37E609A9BDFA}"/>
          </ac:spMkLst>
        </pc:spChg>
        <pc:spChg chg="add del">
          <ac:chgData name="Navya Nalli" userId="e9be02a013d54453" providerId="LiveId" clId="{C7B466AC-8FE0-441F-8AC7-154D46FC4EC4}" dt="2026-03-26T19:27:16.756" v="485" actId="26606"/>
          <ac:spMkLst>
            <pc:docMk/>
            <pc:sldMk cId="2581429760" sldId="276"/>
            <ac:spMk id="55" creationId="{169CC832-2974-4E8D-90ED-3E2941BA7336}"/>
          </ac:spMkLst>
        </pc:spChg>
        <pc:spChg chg="add del">
          <ac:chgData name="Navya Nalli" userId="e9be02a013d54453" providerId="LiveId" clId="{C7B466AC-8FE0-441F-8AC7-154D46FC4EC4}" dt="2026-03-26T19:27:16.756" v="485" actId="26606"/>
          <ac:spMkLst>
            <pc:docMk/>
            <pc:sldMk cId="2581429760" sldId="276"/>
            <ac:spMk id="56" creationId="{55222F96-971A-4F90-B841-6BAB416C7AC1}"/>
          </ac:spMkLst>
        </pc:spChg>
        <pc:spChg chg="add del">
          <ac:chgData name="Navya Nalli" userId="e9be02a013d54453" providerId="LiveId" clId="{C7B466AC-8FE0-441F-8AC7-154D46FC4EC4}" dt="2026-03-26T19:27:16.756" v="485" actId="26606"/>
          <ac:spMkLst>
            <pc:docMk/>
            <pc:sldMk cId="2581429760" sldId="276"/>
            <ac:spMk id="57" creationId="{08980754-6F4B-43C9-B9BE-127B6BED6586}"/>
          </ac:spMkLst>
        </pc:spChg>
        <pc:spChg chg="add del">
          <ac:chgData name="Navya Nalli" userId="e9be02a013d54453" providerId="LiveId" clId="{C7B466AC-8FE0-441F-8AC7-154D46FC4EC4}" dt="2026-03-26T19:27:16.756" v="485" actId="26606"/>
          <ac:spMkLst>
            <pc:docMk/>
            <pc:sldMk cId="2581429760" sldId="276"/>
            <ac:spMk id="58" creationId="{2C1BBA94-3F40-40AA-8BB9-E69E25E537C1}"/>
          </ac:spMkLst>
        </pc:spChg>
        <pc:spChg chg="add del">
          <ac:chgData name="Navya Nalli" userId="e9be02a013d54453" providerId="LiveId" clId="{C7B466AC-8FE0-441F-8AC7-154D46FC4EC4}" dt="2026-03-26T19:27:24.261" v="487" actId="26606"/>
          <ac:spMkLst>
            <pc:docMk/>
            <pc:sldMk cId="2581429760" sldId="276"/>
            <ac:spMk id="60" creationId="{0B9EE3F3-89B7-43C3-8651-C4C96830993D}"/>
          </ac:spMkLst>
        </pc:spChg>
        <pc:spChg chg="add del">
          <ac:chgData name="Navya Nalli" userId="e9be02a013d54453" providerId="LiveId" clId="{C7B466AC-8FE0-441F-8AC7-154D46FC4EC4}" dt="2026-03-26T19:27:24.261" v="487" actId="26606"/>
          <ac:spMkLst>
            <pc:docMk/>
            <pc:sldMk cId="2581429760" sldId="276"/>
            <ac:spMk id="61" creationId="{33AE4636-AEEC-45D6-84D4-7AC2DA48ECF8}"/>
          </ac:spMkLst>
        </pc:spChg>
        <pc:spChg chg="add del">
          <ac:chgData name="Navya Nalli" userId="e9be02a013d54453" providerId="LiveId" clId="{C7B466AC-8FE0-441F-8AC7-154D46FC4EC4}" dt="2026-03-26T19:27:24.261" v="487" actId="26606"/>
          <ac:spMkLst>
            <pc:docMk/>
            <pc:sldMk cId="2581429760" sldId="276"/>
            <ac:spMk id="62" creationId="{8D9CE0F4-2EB2-4F1F-8AAC-DB3571D9FE10}"/>
          </ac:spMkLst>
        </pc:spChg>
        <pc:spChg chg="add del">
          <ac:chgData name="Navya Nalli" userId="e9be02a013d54453" providerId="LiveId" clId="{C7B466AC-8FE0-441F-8AC7-154D46FC4EC4}" dt="2026-03-26T19:27:24.563" v="489" actId="26606"/>
          <ac:spMkLst>
            <pc:docMk/>
            <pc:sldMk cId="2581429760" sldId="276"/>
            <ac:spMk id="64" creationId="{0288C6B4-AFC3-407F-A595-EFFD38D4CCAF}"/>
          </ac:spMkLst>
        </pc:spChg>
        <pc:spChg chg="add del">
          <ac:chgData name="Navya Nalli" userId="e9be02a013d54453" providerId="LiveId" clId="{C7B466AC-8FE0-441F-8AC7-154D46FC4EC4}" dt="2026-03-26T19:27:24.563" v="489" actId="26606"/>
          <ac:spMkLst>
            <pc:docMk/>
            <pc:sldMk cId="2581429760" sldId="276"/>
            <ac:spMk id="65" creationId="{CF236821-17FE-429B-8D2C-08E13A64EA40}"/>
          </ac:spMkLst>
        </pc:spChg>
        <pc:spChg chg="add del">
          <ac:chgData name="Navya Nalli" userId="e9be02a013d54453" providerId="LiveId" clId="{C7B466AC-8FE0-441F-8AC7-154D46FC4EC4}" dt="2026-03-26T19:27:24.563" v="489" actId="26606"/>
          <ac:spMkLst>
            <pc:docMk/>
            <pc:sldMk cId="2581429760" sldId="276"/>
            <ac:spMk id="66" creationId="{C0BDBCD2-E081-43AB-9119-C55465E59757}"/>
          </ac:spMkLst>
        </pc:spChg>
        <pc:spChg chg="add del">
          <ac:chgData name="Navya Nalli" userId="e9be02a013d54453" providerId="LiveId" clId="{C7B466AC-8FE0-441F-8AC7-154D46FC4EC4}" dt="2026-03-26T19:27:24.563" v="489" actId="26606"/>
          <ac:spMkLst>
            <pc:docMk/>
            <pc:sldMk cId="2581429760" sldId="276"/>
            <ac:spMk id="67" creationId="{98E79BE4-34FE-485A-98A5-92CE8F7C4743}"/>
          </ac:spMkLst>
        </pc:spChg>
        <pc:spChg chg="add del">
          <ac:chgData name="Navya Nalli" userId="e9be02a013d54453" providerId="LiveId" clId="{C7B466AC-8FE0-441F-8AC7-154D46FC4EC4}" dt="2026-03-26T19:27:24.563" v="489" actId="26606"/>
          <ac:spMkLst>
            <pc:docMk/>
            <pc:sldMk cId="2581429760" sldId="276"/>
            <ac:spMk id="68" creationId="{7A5F0580-5EE9-419F-96EE-B6529EF6E7D0}"/>
          </ac:spMkLst>
        </pc:spChg>
        <pc:grpChg chg="add del">
          <ac:chgData name="Navya Nalli" userId="e9be02a013d54453" providerId="LiveId" clId="{C7B466AC-8FE0-441F-8AC7-154D46FC4EC4}" dt="2026-03-26T19:26:22.775" v="463" actId="26606"/>
          <ac:grpSpMkLst>
            <pc:docMk/>
            <pc:sldMk cId="2581429760" sldId="276"/>
            <ac:grpSpMk id="9" creationId="{6258F736-B256-8039-9DC6-F4E49A5C5AD5}"/>
          </ac:grpSpMkLst>
        </pc:grpChg>
        <pc:grpChg chg="add del">
          <ac:chgData name="Navya Nalli" userId="e9be02a013d54453" providerId="LiveId" clId="{C7B466AC-8FE0-441F-8AC7-154D46FC4EC4}" dt="2026-03-26T19:27:06.503" v="479" actId="26606"/>
          <ac:grpSpMkLst>
            <pc:docMk/>
            <pc:sldMk cId="2581429760" sldId="276"/>
            <ac:grpSpMk id="35" creationId="{78127680-150F-4A90-9950-F66392578116}"/>
          </ac:grpSpMkLst>
        </pc:grpChg>
        <pc:grpChg chg="add del">
          <ac:chgData name="Navya Nalli" userId="e9be02a013d54453" providerId="LiveId" clId="{C7B466AC-8FE0-441F-8AC7-154D46FC4EC4}" dt="2026-03-26T19:27:06.503" v="479" actId="26606"/>
          <ac:grpSpMkLst>
            <pc:docMk/>
            <pc:sldMk cId="2581429760" sldId="276"/>
            <ac:grpSpMk id="40" creationId="{466920E5-8640-4C24-A775-8647637094A7}"/>
          </ac:grpSpMkLst>
        </pc:grpChg>
        <pc:grpChg chg="add">
          <ac:chgData name="Navya Nalli" userId="e9be02a013d54453" providerId="LiveId" clId="{C7B466AC-8FE0-441F-8AC7-154D46FC4EC4}" dt="2026-03-26T19:34:21.483" v="597" actId="26606"/>
          <ac:grpSpMkLst>
            <pc:docMk/>
            <pc:sldMk cId="2581429760" sldId="276"/>
            <ac:grpSpMk id="44" creationId="{78127680-150F-4A90-9950-F66392578116}"/>
          </ac:grpSpMkLst>
        </pc:grpChg>
        <pc:grpChg chg="add">
          <ac:chgData name="Navya Nalli" userId="e9be02a013d54453" providerId="LiveId" clId="{C7B466AC-8FE0-441F-8AC7-154D46FC4EC4}" dt="2026-03-26T19:34:21.483" v="597" actId="26606"/>
          <ac:grpSpMkLst>
            <pc:docMk/>
            <pc:sldMk cId="2581429760" sldId="276"/>
            <ac:grpSpMk id="70" creationId="{466920E5-8640-4C24-A775-8647637094A7}"/>
          </ac:grpSpMkLst>
        </pc:grpChg>
        <pc:picChg chg="add mod">
          <ac:chgData name="Navya Nalli" userId="e9be02a013d54453" providerId="LiveId" clId="{C7B466AC-8FE0-441F-8AC7-154D46FC4EC4}" dt="2026-03-26T19:34:21.483" v="597" actId="26606"/>
          <ac:picMkLst>
            <pc:docMk/>
            <pc:sldMk cId="2581429760" sldId="276"/>
            <ac:picMk id="4" creationId="{589E01CA-11F5-8CBC-6765-B2662665E18A}"/>
          </ac:picMkLst>
        </pc:picChg>
        <pc:cxnChg chg="add del">
          <ac:chgData name="Navya Nalli" userId="e9be02a013d54453" providerId="LiveId" clId="{C7B466AC-8FE0-441F-8AC7-154D46FC4EC4}" dt="2026-03-26T19:27:13.061" v="481" actId="26606"/>
          <ac:cxnSpMkLst>
            <pc:docMk/>
            <pc:sldMk cId="2581429760" sldId="276"/>
            <ac:cxnSpMk id="47" creationId="{249EDD1B-F94D-B4E6-ACAA-566B9A26FDE3}"/>
          </ac:cxnSpMkLst>
        </pc:cxnChg>
      </pc:sldChg>
      <pc:sldChg chg="new del">
        <pc:chgData name="Navya Nalli" userId="e9be02a013d54453" providerId="LiveId" clId="{C7B466AC-8FE0-441F-8AC7-154D46FC4EC4}" dt="2026-03-26T19:36:59.372" v="607" actId="2696"/>
        <pc:sldMkLst>
          <pc:docMk/>
          <pc:sldMk cId="807333688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09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6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9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436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66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61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440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647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50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2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0F2CB-3463-4EA8-A116-613030F2D3E3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B8FD4-48C3-47AD-AF43-815A55D178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49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vek9049P/alcohol-road-accident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v.uk/government/statistical-data-sets/road-safety-open-dat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590198223000611" TargetMode="External"/><Relationship Id="rId2" Type="http://schemas.openxmlformats.org/officeDocument/2006/relationships/hyperlink" Target="https://www.gov.uk/government/statistical-data-sets/road-safety-open-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andfonline.com/doi/abs/10.1080/13588265.2025.250747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DC19-6261-3835-CF69-2E6FA949C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7314"/>
            <a:ext cx="9144000" cy="2682649"/>
          </a:xfrm>
        </p:spPr>
        <p:txBody>
          <a:bodyPr>
            <a:noAutofit/>
          </a:bodyPr>
          <a:lstStyle/>
          <a:p>
            <a:r>
              <a:rPr lang="en-US" sz="4000" b="1" dirty="0"/>
              <a:t>Factors Influencing Road Accident Severity in the UK: A Data Science Approach</a:t>
            </a:r>
            <a:br>
              <a:rPr lang="en-US" sz="4000" b="1" dirty="0"/>
            </a:br>
            <a:endParaRPr lang="en-IN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1E3C81-9033-05CD-0E93-BFA33826ED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56314" y="3347552"/>
            <a:ext cx="5769429" cy="1714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Vivek Morcha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24093946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M.Sc. Data Science Student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University of Hertfordshire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6C0A0-AE51-7452-EFBD-CE1B558CA57B}"/>
              </a:ext>
            </a:extLst>
          </p:cNvPr>
          <p:cNvSpPr txBox="1"/>
          <p:nvPr/>
        </p:nvSpPr>
        <p:spPr>
          <a:xfrm>
            <a:off x="468087" y="6030686"/>
            <a:ext cx="5627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GitHub Repository:</a:t>
            </a:r>
            <a:endParaRPr lang="en-US"/>
          </a:p>
          <a:p>
            <a:r>
              <a:rPr lang="en-US">
                <a:hlinkClick r:id="rId2"/>
              </a:rPr>
              <a:t>https://github.com/Vivek9049P/alcohol-road-accidents</a:t>
            </a:r>
            <a:endParaRPr lang="en-US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213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90FDC-4D3C-2B83-2FD6-9A5BDB962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56056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</a:rPr>
              <a:t>Introduction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1" name="Rectangle 1">
            <a:extLst>
              <a:ext uri="{FF2B5EF4-FFF2-40B4-BE49-F238E27FC236}">
                <a16:creationId xmlns:a16="http://schemas.microsoft.com/office/drawing/2014/main" id="{187CBEEE-33DC-22B4-60FB-6400770547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64518" y="2889759"/>
            <a:ext cx="9833548" cy="2693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Road accidents are a major public safety issue in the UK 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Thousands of accidents occur every year, leading to injuries and fatalities 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Understanding accident severity is important for prevention 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Data science can help identify patterns and risk factors 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986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C2B0F7-E881-83CD-03BD-DDFFCA0AB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Motivation and 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920B9-9C85-7912-B63E-046627235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5110" y="804672"/>
            <a:ext cx="558831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Motivation: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 accidents lead to serious social and economic impacts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 risk factors can help reduce accidents and save lives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 interest in applying data science to real-world problems 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Question:</a:t>
            </a: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factors most strongly influence road accident severity in the UK?</a:t>
            </a:r>
            <a:endParaRPr lang="en-IN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08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2736D-44DC-D396-4B5D-4E569A88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Previous Work 1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F44F-5A4D-636F-D541-7797DF342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2238" y="1553134"/>
            <a:ext cx="6128539" cy="37517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Explainable Machine Learning for Road Accident Severity Prediction (Ahmed et al., 2023)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ensemble machine learning models (RF, </a:t>
            </a:r>
            <a:r>
              <a:rPr lang="en-US" sz="2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explainable AI techniques (SHAP)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 key contributing factors to accident severity (road type, alcohol etc.)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Achieved high performance (~81% accuracy)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614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9BECB4-454D-EA12-910B-597FEFB51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Previous Work 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B3613-4982-6CA5-8E13-FCD558DD1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2238" y="1704409"/>
            <a:ext cx="6128539" cy="37517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Comparison of Machine Learning Models for Accident Severity Prediction (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Rezashoar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et al. 2025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Applied multiple machine learning models to predict accident severity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techniques such as Naïve Bayes, SVM, and Neural Networks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Compared model performance to identify the best algorithm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Achieved highest accuracy with Naïve Bayes (~75%)</a:t>
            </a:r>
          </a:p>
          <a:p>
            <a:pPr marL="0" indent="0"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6800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89A320C9-9735-4D13-8279-C1C67484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B6BC20-C19D-5716-6956-742039E2F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3600" b="1" dirty="0"/>
              <a:t>Comparison with Previous Work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BEBC100-655C-7EA8-E055-2293CC424C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069733"/>
              </p:ext>
            </p:extLst>
          </p:nvPr>
        </p:nvGraphicFramePr>
        <p:xfrm>
          <a:off x="1115568" y="2365790"/>
          <a:ext cx="10168130" cy="3822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2133">
                  <a:extLst>
                    <a:ext uri="{9D8B030D-6E8A-4147-A177-3AD203B41FA5}">
                      <a16:colId xmlns:a16="http://schemas.microsoft.com/office/drawing/2014/main" val="3448986420"/>
                    </a:ext>
                  </a:extLst>
                </a:gridCol>
                <a:gridCol w="2572821">
                  <a:extLst>
                    <a:ext uri="{9D8B030D-6E8A-4147-A177-3AD203B41FA5}">
                      <a16:colId xmlns:a16="http://schemas.microsoft.com/office/drawing/2014/main" val="2458322613"/>
                    </a:ext>
                  </a:extLst>
                </a:gridCol>
                <a:gridCol w="2545706">
                  <a:extLst>
                    <a:ext uri="{9D8B030D-6E8A-4147-A177-3AD203B41FA5}">
                      <a16:colId xmlns:a16="http://schemas.microsoft.com/office/drawing/2014/main" val="185168761"/>
                    </a:ext>
                  </a:extLst>
                </a:gridCol>
                <a:gridCol w="2567470">
                  <a:extLst>
                    <a:ext uri="{9D8B030D-6E8A-4147-A177-3AD203B41FA5}">
                      <a16:colId xmlns:a16="http://schemas.microsoft.com/office/drawing/2014/main" val="4276027744"/>
                    </a:ext>
                  </a:extLst>
                </a:gridCol>
              </a:tblGrid>
              <a:tr h="37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Previous Work 1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Previous Work 2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This Project</a:t>
                      </a:r>
                    </a:p>
                  </a:txBody>
                  <a:tcPr marL="85626" marR="85626" marT="42813" marB="42813" anchor="ctr"/>
                </a:tc>
                <a:extLst>
                  <a:ext uri="{0D108BD9-81ED-4DB2-BD59-A6C34878D82A}">
                    <a16:rowId xmlns:a16="http://schemas.microsoft.com/office/drawing/2014/main" val="3273737785"/>
                  </a:ext>
                </a:extLst>
              </a:tr>
              <a:tr h="890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Models Used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Forest, </a:t>
                      </a:r>
                      <a:r>
                        <a:rPr lang="en-I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</a:t>
                      </a: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LightGBM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Naïve Bayes, SVM, NN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Logistic Regression, Decision Tree, Random Forest</a:t>
                      </a:r>
                    </a:p>
                  </a:txBody>
                  <a:tcPr marL="85626" marR="85626" marT="42813" marB="42813" anchor="ctr"/>
                </a:tc>
                <a:extLst>
                  <a:ext uri="{0D108BD9-81ED-4DB2-BD59-A6C34878D82A}">
                    <a16:rowId xmlns:a16="http://schemas.microsoft.com/office/drawing/2014/main" val="955072176"/>
                  </a:ext>
                </a:extLst>
              </a:tr>
              <a:tr h="633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Usage</a:t>
                      </a: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 on maximising accuracy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mainly for prediction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Prediction + feature analysis</a:t>
                      </a:r>
                    </a:p>
                  </a:txBody>
                  <a:tcPr marL="85626" marR="85626" marT="42813" marB="42813" anchor="ctr"/>
                </a:tc>
                <a:extLst>
                  <a:ext uri="{0D108BD9-81ED-4DB2-BD59-A6C34878D82A}">
                    <a16:rowId xmlns:a16="http://schemas.microsoft.com/office/drawing/2014/main" val="542366468"/>
                  </a:ext>
                </a:extLst>
              </a:tr>
              <a:tr h="633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Interpretability</a:t>
                      </a:r>
                      <a:endParaRPr lang="en-IN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Strong(SHAP)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(feature importance)</a:t>
                      </a:r>
                    </a:p>
                  </a:txBody>
                  <a:tcPr marL="85626" marR="85626" marT="42813" marB="42813" anchor="ctr"/>
                </a:tc>
                <a:extLst>
                  <a:ext uri="{0D108BD9-81ED-4DB2-BD59-A6C34878D82A}">
                    <a16:rowId xmlns:a16="http://schemas.microsoft.com/office/drawing/2014/main" val="2013749700"/>
                  </a:ext>
                </a:extLst>
              </a:tr>
              <a:tr h="633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</a:t>
                      </a:r>
                      <a:endParaRPr lang="en-IN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UK-specific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UK dataset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UK Government STATS19 dataset</a:t>
                      </a:r>
                    </a:p>
                  </a:txBody>
                  <a:tcPr marL="85626" marR="85626" marT="42813" marB="42813" anchor="ctr"/>
                </a:tc>
                <a:extLst>
                  <a:ext uri="{0D108BD9-81ED-4DB2-BD59-A6C34878D82A}">
                    <a16:rowId xmlns:a16="http://schemas.microsoft.com/office/drawing/2014/main" val="367528406"/>
                  </a:ext>
                </a:extLst>
              </a:tr>
              <a:tr h="633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</a:t>
                      </a:r>
                      <a:endParaRPr lang="en-IN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model performance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Model</a:t>
                      </a:r>
                    </a:p>
                  </a:txBody>
                  <a:tcPr marL="85626" marR="85626" marT="42813" marB="428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 key factors + real-world insights</a:t>
                      </a:r>
                    </a:p>
                  </a:txBody>
                  <a:tcPr marL="85626" marR="85626" marT="42813" marB="42813" anchor="ctr"/>
                </a:tc>
                <a:extLst>
                  <a:ext uri="{0D108BD9-81ED-4DB2-BD59-A6C34878D82A}">
                    <a16:rowId xmlns:a16="http://schemas.microsoft.com/office/drawing/2014/main" val="804368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584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42BC56-AC56-A291-737B-769658187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DATASET</a:t>
            </a: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87532250-D390-0A55-438F-46F38036B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Name: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UK Road Safety Data (STATS19)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UK Government – Department for Transport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Type of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Tabular data (.csv files)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Content Includes: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Accident severity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Driver information (age)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Weather and lighting conditions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Road type and speed limits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Size: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Large-scale dataset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covering multiple years </a:t>
            </a:r>
            <a:r>
              <a:rPr lang="en-IN" sz="1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(2019-2023)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Collected by UK police forces and compiled by the Department for Transport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https://www.gov.uk/government/statistical-data-sets/road-safety-open-data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631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0ECCD-6C52-022A-4DE9-DDC4DF060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56" y="1229933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</a:rPr>
              <a:t>Ethical Implications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1">
            <a:extLst>
              <a:ext uri="{FF2B5EF4-FFF2-40B4-BE49-F238E27FC236}">
                <a16:creationId xmlns:a16="http://schemas.microsoft.com/office/drawing/2014/main" id="{06B3F10B-939D-04B6-05DE-AA244262D9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18912" y="2728016"/>
            <a:ext cx="9833548" cy="2693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 personal identifiable data is used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Data is publicly available and legally accessible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Data is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anonymised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Used in accordance with the dataset license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Data will be stored securely 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0028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134BD8-E6FC-19A0-C3C1-C60B024E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</a:rPr>
              <a:t>Exploratory Data Analysis (EDA)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49AD7A83-3D04-5CD9-3F0C-02C611C83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86171" y="2606242"/>
            <a:ext cx="9833548" cy="2693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Most accidents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slight severity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→ dataset imbalance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Highest collisions 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30 mph speed limit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Accidents peak during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3–5 PM (rush hours)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Majority occur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clear weather conditions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Urban areas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have more accidents than rural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Similar severity patterns across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age groups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7834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C565B-0E15-0A1F-22FA-CA1C4C15A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IN" sz="3600" b="1" dirty="0"/>
              <a:t>EDA – Severity &amp; Speed Limit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9D646-535C-42F3-5E1F-E86AEE3C3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Graph 1: Severity Distribution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Most accidents are slight severity, indicating class imbalance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68DF14-3537-8E8C-A0E2-F5B62616B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438" y="69440"/>
            <a:ext cx="5449848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195983-4A6A-360A-7D83-6FE8CCECF2EF}"/>
              </a:ext>
            </a:extLst>
          </p:cNvPr>
          <p:cNvSpPr txBox="1"/>
          <p:nvPr/>
        </p:nvSpPr>
        <p:spPr>
          <a:xfrm>
            <a:off x="838200" y="4093029"/>
            <a:ext cx="37393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Graph 2: Speed Limit vs Severity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Highest number of collisions occur at 30 mph speed limit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C71629-3C32-9743-BE6D-2E6D35B86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438" y="3567879"/>
            <a:ext cx="5449848" cy="329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72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D5801-EEE2-1033-3E3A-200F9AD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IN" sz="3600" b="1" dirty="0"/>
              <a:t>EDA – Time &amp; Weather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47D9-F1E2-CFB3-7A35-BE0F75F84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Graph 3: Collision Severity by Time of Day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Accidents peak during 3–5 PM, likely due to rush hour traffic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8F428-131A-0818-1F79-D3C448985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907" y="0"/>
            <a:ext cx="6155141" cy="3311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914E59-ECE4-2329-E82A-F6C14A88F139}"/>
              </a:ext>
            </a:extLst>
          </p:cNvPr>
          <p:cNvSpPr txBox="1"/>
          <p:nvPr/>
        </p:nvSpPr>
        <p:spPr>
          <a:xfrm>
            <a:off x="862366" y="4104982"/>
            <a:ext cx="33419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Graph 4: Collision Severity by Weather Conditions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Most accidents occur in clear weather conditions, suggesting traffic volume is a key factor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60D60D-0EF8-4CFB-45A2-40EF15CFA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186" y="3558574"/>
            <a:ext cx="5977862" cy="329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09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A0AF1-E71F-2E18-2FC2-B0C1F99FD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IN" sz="3600" b="1" dirty="0"/>
              <a:t>EDA – Area &amp; Age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724DE-0E40-CDBF-D1FD-12C911711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Graph 5: Urban vs Rural Accidents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Urban areas have significantly higher accident frequency than rural areas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B97376-8847-B246-B190-204D25CF2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078" y="116559"/>
            <a:ext cx="6096556" cy="33124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CA2253-D1D2-556F-F3D1-E0236FEBA962}"/>
              </a:ext>
            </a:extLst>
          </p:cNvPr>
          <p:cNvSpPr txBox="1"/>
          <p:nvPr/>
        </p:nvSpPr>
        <p:spPr>
          <a:xfrm>
            <a:off x="947057" y="4354286"/>
            <a:ext cx="305888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Graph 6: Severity by Age Group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→ Similar severity patterns across age groups, with slight accidents most common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225950-7D13-BCB1-491B-996532672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079" y="3545559"/>
            <a:ext cx="6096556" cy="331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33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62EE2-B5E5-CDB9-FFB6-3A6A44C9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97" y="1391206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</a:rPr>
              <a:t>Data Pre-processing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Rectangle 1">
            <a:extLst>
              <a:ext uri="{FF2B5EF4-FFF2-40B4-BE49-F238E27FC236}">
                <a16:creationId xmlns:a16="http://schemas.microsoft.com/office/drawing/2014/main" id="{E8CC4C55-C9AA-CF4A-AA23-115D850A44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6626" y="2606242"/>
            <a:ext cx="9833548" cy="26939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Handled missing values (removed or imputed data)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Encoded categorical variables (e.g., weather, road type)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Normalised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/ scaled numerical features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Performed train-test split (e.g., 80% training, 20% testing) 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Addressed class imbalance 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4940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E3D9E-E46B-D514-0338-1C456DF3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</a:rPr>
              <a:t>Model Used &amp; Result 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FB976-24F5-CF73-311C-3BEC0F2F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Regression :</a:t>
            </a:r>
          </a:p>
          <a:p>
            <a:r>
              <a:rPr lang="en-IN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 model for performance comparison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: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Accuracy: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76%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Performs well for slight severity (Class 0)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 performance for serious cases (Class 1)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Indicates class imbalance issue</a:t>
            </a:r>
          </a:p>
          <a:p>
            <a:pPr marL="0" indent="0">
              <a:buNone/>
            </a:pPr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350A9C1-F9B5-7A4E-89D0-C43DA902F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2848490"/>
            <a:ext cx="4954693" cy="319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15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898386-D71B-5C46-345E-8A895526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</a:rPr>
              <a:t>Model Used &amp; Result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CF4DC-C49F-8538-B295-581DAB45B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688770"/>
            <a:ext cx="5126896" cy="355962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model that makes decisions using a set of simple rules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: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76%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performance for Class 0 (Slight severity)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low recall for Class 1 (Serious/Fatal cases)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significant improvement over Logistic Regression</a:t>
            </a:r>
          </a:p>
          <a:p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9FCBCB6-EC8E-511E-10C1-5075506B7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2898037"/>
            <a:ext cx="4954693" cy="309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6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F6256-9C34-A0FB-46FC-8B8A94CD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</a:rPr>
              <a:t>Model Used &amp; Result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1753-6C53-D112-4526-E1FF8970F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518952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Forest:</a:t>
            </a:r>
            <a:endParaRPr lang="en-IN" sz="2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Ensemble model combining multiple decision trees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:</a:t>
            </a:r>
          </a:p>
          <a:p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Accuracy: 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83% </a:t>
            </a:r>
          </a:p>
          <a:p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Improved performance compared to previous models </a:t>
            </a:r>
          </a:p>
          <a:p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recall for Class 1 (Serious/Fatal cases) </a:t>
            </a:r>
          </a:p>
          <a:p>
            <a:r>
              <a:rPr lang="en-US" sz="2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balanced performance across classes</a:t>
            </a:r>
          </a:p>
          <a:p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7E14679-C181-7A42-E1AB-9F212A53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2885650"/>
            <a:ext cx="4954693" cy="312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48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3E1DC-1E41-10E4-19F4-5088ED9E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Model Results</a:t>
            </a:r>
            <a:br>
              <a:rPr lang="en-IN" b="1" dirty="0"/>
            </a:b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6DF21E-9EE7-1670-9C83-443180447A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060199"/>
              </p:ext>
            </p:extLst>
          </p:nvPr>
        </p:nvGraphicFramePr>
        <p:xfrm>
          <a:off x="478971" y="1420586"/>
          <a:ext cx="5617029" cy="434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343">
                  <a:extLst>
                    <a:ext uri="{9D8B030D-6E8A-4147-A177-3AD203B41FA5}">
                      <a16:colId xmlns:a16="http://schemas.microsoft.com/office/drawing/2014/main" val="1489766037"/>
                    </a:ext>
                  </a:extLst>
                </a:gridCol>
                <a:gridCol w="1872343">
                  <a:extLst>
                    <a:ext uri="{9D8B030D-6E8A-4147-A177-3AD203B41FA5}">
                      <a16:colId xmlns:a16="http://schemas.microsoft.com/office/drawing/2014/main" val="3074503265"/>
                    </a:ext>
                  </a:extLst>
                </a:gridCol>
                <a:gridCol w="1872343">
                  <a:extLst>
                    <a:ext uri="{9D8B030D-6E8A-4147-A177-3AD203B41FA5}">
                      <a16:colId xmlns:a16="http://schemas.microsoft.com/office/drawing/2014/main" val="530189600"/>
                    </a:ext>
                  </a:extLst>
                </a:gridCol>
              </a:tblGrid>
              <a:tr h="920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 1 Recall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61805"/>
                  </a:ext>
                </a:extLst>
              </a:tr>
              <a:tr h="1588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743520"/>
                  </a:ext>
                </a:extLst>
              </a:tr>
              <a:tr h="920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9151256"/>
                  </a:ext>
                </a:extLst>
              </a:tr>
              <a:tr h="920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83%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0.60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6728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B521155-849E-4688-8609-E66C42152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03514"/>
            <a:ext cx="6096000" cy="548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51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435C4-7781-81E3-9A98-0CF3D7EA0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</a:rPr>
              <a:t>Feature Importance Analysis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16CCA-C143-D3B7-0970-C4205B7EF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of driver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most important factor </a:t>
            </a:r>
          </a:p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of day (hour)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has a strong influence </a:t>
            </a:r>
          </a:p>
          <a:p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 limit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also contributes significantly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Weather, light conditions, and road type have smaller effects </a:t>
            </a:r>
          </a:p>
          <a:p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89E01CA-11F5-8CBC-6765-B2662665E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2959971"/>
            <a:ext cx="4954693" cy="297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29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9EFF4-594B-B1CF-3C45-E9DF01BAA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Analysis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0673D-FDC9-480A-6F15-ECC29CBC0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9918" y="1734668"/>
            <a:ext cx="6128539" cy="3751732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Regression and Decision Tree showed similar performance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models struggled to detect serious accident cases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accuracy was influenced by class imbalance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 achieved the best overall performance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improvement in detecting minority class (serious cases)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a better balance between prediction and reliability </a:t>
            </a:r>
          </a:p>
          <a:p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9031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42F06-B88C-7763-CB86-7E004BDD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Summary &amp; Conclusion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80A06-7762-44DF-BC9C-1BC0B6703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2238" y="1553134"/>
            <a:ext cx="6128539" cy="3751732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Logistic Regression, Decision Tree, and Random Forest to predict accident severity from road and environmental factors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Got 83% accuracy using Random Forest </a:t>
            </a:r>
          </a:p>
          <a:p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hyperparameter tuning, Random Forest achieved the best result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Steps: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Handle class imbalance 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model performance </a:t>
            </a:r>
          </a:p>
          <a:p>
            <a:pPr lvl="1"/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 for viva and final report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6485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07B62E-9A92-5071-F99F-E04A948E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01859"/>
            <a:ext cx="4130185" cy="4054282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References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5D5FB4D6-8CAD-7F4C-8EA2-66BDC8C085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94684" y="1704409"/>
            <a:ext cx="6128539" cy="37517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Department for Transport (2025),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Road Safety Open Data (STATS19)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tx2"/>
                </a:solidFill>
                <a:latin typeface="Arial" panose="020B0604020202020204" pitchFamily="34" charset="0"/>
                <a:hlinkClick r:id="rId2"/>
              </a:rPr>
              <a:t>https://www.gov.uk/government/statistical-data-sets/road-safety-open-data</a:t>
            </a:r>
            <a:endParaRPr lang="en-US" altLang="en-US" sz="20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solidFill>
                  <a:schemeClr val="tx2"/>
                </a:solidFill>
                <a:latin typeface="Arial" panose="020B0604020202020204" pitchFamily="34" charset="0"/>
                <a:hlinkClick r:id="rId3"/>
              </a:rPr>
              <a:t>https://www.sciencedirect.com/science/article/pii/S2590198223000611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20204" pitchFamily="34" charset="0"/>
              </a:rPr>
              <a:t> - Previous Work 1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>
                <a:solidFill>
                  <a:schemeClr val="tx2"/>
                </a:solidFill>
                <a:latin typeface="Arial" panose="020B0604020202020204" pitchFamily="34" charset="0"/>
                <a:hlinkClick r:id="rId4"/>
              </a:rPr>
              <a:t>https://www.tandfonline.com/doi/abs/10.1080/13588265.2025.2507474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20204" pitchFamily="34" charset="0"/>
              </a:rPr>
              <a:t> - Previous Work 2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0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993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585</TotalTime>
  <Words>1044</Words>
  <Application>Microsoft Office PowerPoint</Application>
  <PresentationFormat>Widescreen</PresentationFormat>
  <Paragraphs>160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Factors Influencing Road Accident Severity in the UK: A Data Science Approach </vt:lpstr>
      <vt:lpstr>Introduction</vt:lpstr>
      <vt:lpstr>Motivation and Research Question</vt:lpstr>
      <vt:lpstr>Previous Work 1</vt:lpstr>
      <vt:lpstr>Previous Work 2</vt:lpstr>
      <vt:lpstr>Comparison with Previous Work</vt:lpstr>
      <vt:lpstr>DATASET</vt:lpstr>
      <vt:lpstr>Ethical Implications</vt:lpstr>
      <vt:lpstr>Exploratory Data Analysis (EDA)</vt:lpstr>
      <vt:lpstr>EDA – Severity &amp; Speed Limit</vt:lpstr>
      <vt:lpstr>EDA – Time &amp; Weather Analysis</vt:lpstr>
      <vt:lpstr>EDA – Area &amp; Age Analysis</vt:lpstr>
      <vt:lpstr>Data Pre-processing</vt:lpstr>
      <vt:lpstr>Model Used &amp; Result </vt:lpstr>
      <vt:lpstr>Model Used &amp; Result </vt:lpstr>
      <vt:lpstr>Model Used &amp; Result </vt:lpstr>
      <vt:lpstr>Model Results </vt:lpstr>
      <vt:lpstr>Feature Importance Analysis</vt:lpstr>
      <vt:lpstr>Analysis</vt:lpstr>
      <vt:lpstr>Summary &amp; 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 Nalli</dc:creator>
  <cp:lastModifiedBy>Navya Nalli</cp:lastModifiedBy>
  <cp:revision>1</cp:revision>
  <dcterms:created xsi:type="dcterms:W3CDTF">2026-03-26T15:44:35Z</dcterms:created>
  <dcterms:modified xsi:type="dcterms:W3CDTF">2026-03-27T16:19:15Z</dcterms:modified>
</cp:coreProperties>
</file>